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tags/tag21.xml" ContentType="application/vnd.openxmlformats-officedocument.presentationml.tags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ppt/tags/tag24.xml" ContentType="application/vnd.openxmlformats-officedocument.presentationml.tags+xml"/>
  <Override PartName="/ppt/notesSlides/notesSlide26.xml" ContentType="application/vnd.openxmlformats-officedocument.presentationml.notesSlide+xml"/>
  <Override PartName="/ppt/tags/tag25.xml" ContentType="application/vnd.openxmlformats-officedocument.presentationml.tags+xml"/>
  <Override PartName="/ppt/notesSlides/notesSlide27.xml" ContentType="application/vnd.openxmlformats-officedocument.presentationml.notesSlide+xml"/>
  <Override PartName="/ppt/tags/tag26.xml" ContentType="application/vnd.openxmlformats-officedocument.presentationml.tags+xml"/>
  <Override PartName="/ppt/notesSlides/notesSlide28.xml" ContentType="application/vnd.openxmlformats-officedocument.presentationml.notesSlide+xml"/>
  <Override PartName="/ppt/tags/tag27.xml" ContentType="application/vnd.openxmlformats-officedocument.presentationml.tags+xml"/>
  <Override PartName="/ppt/notesSlides/notesSlide29.xml" ContentType="application/vnd.openxmlformats-officedocument.presentationml.notesSlide+xml"/>
  <Override PartName="/ppt/tags/tag28.xml" ContentType="application/vnd.openxmlformats-officedocument.presentationml.tags+xml"/>
  <Override PartName="/ppt/notesSlides/notesSlide30.xml" ContentType="application/vnd.openxmlformats-officedocument.presentationml.notesSlide+xml"/>
  <Override PartName="/ppt/tags/tag29.xml" ContentType="application/vnd.openxmlformats-officedocument.presentationml.tags+xml"/>
  <Override PartName="/ppt/notesSlides/notesSlide31.xml" ContentType="application/vnd.openxmlformats-officedocument.presentationml.notesSlide+xml"/>
  <Override PartName="/ppt/tags/tag30.xml" ContentType="application/vnd.openxmlformats-officedocument.presentationml.tags+xml"/>
  <Override PartName="/ppt/notesSlides/notesSlide32.xml" ContentType="application/vnd.openxmlformats-officedocument.presentationml.notesSlide+xml"/>
  <Override PartName="/ppt/tags/tag31.xml" ContentType="application/vnd.openxmlformats-officedocument.presentationml.tags+xml"/>
  <Override PartName="/ppt/notesSlides/notesSlide33.xml" ContentType="application/vnd.openxmlformats-officedocument.presentationml.notesSlide+xml"/>
  <Override PartName="/ppt/tags/tag32.xml" ContentType="application/vnd.openxmlformats-officedocument.presentationml.tags+xml"/>
  <Override PartName="/ppt/notesSlides/notesSlide34.xml" ContentType="application/vnd.openxmlformats-officedocument.presentationml.notesSlide+xml"/>
  <Override PartName="/ppt/tags/tag33.xml" ContentType="application/vnd.openxmlformats-officedocument.presentationml.tags+xml"/>
  <Override PartName="/ppt/notesSlides/notesSlide35.xml" ContentType="application/vnd.openxmlformats-officedocument.presentationml.notesSlide+xml"/>
  <Override PartName="/ppt/tags/tag34.xml" ContentType="application/vnd.openxmlformats-officedocument.presentationml.tags+xml"/>
  <Override PartName="/ppt/notesSlides/notesSlide36.xml" ContentType="application/vnd.openxmlformats-officedocument.presentationml.notesSlide+xml"/>
  <Override PartName="/ppt/tags/tag35.xml" ContentType="application/vnd.openxmlformats-officedocument.presentationml.tags+xml"/>
  <Override PartName="/ppt/notesSlides/notesSlide37.xml" ContentType="application/vnd.openxmlformats-officedocument.presentationml.notesSlide+xml"/>
  <Override PartName="/ppt/tags/tag36.xml" ContentType="application/vnd.openxmlformats-officedocument.presentationml.tags+xml"/>
  <Override PartName="/ppt/notesSlides/notesSlide38.xml" ContentType="application/vnd.openxmlformats-officedocument.presentationml.notesSlide+xml"/>
  <Override PartName="/ppt/tags/tag37.xml" ContentType="application/vnd.openxmlformats-officedocument.presentationml.tags+xml"/>
  <Override PartName="/ppt/notesSlides/notesSlide39.xml" ContentType="application/vnd.openxmlformats-officedocument.presentationml.notesSlide+xml"/>
  <Override PartName="/ppt/tags/tag38.xml" ContentType="application/vnd.openxmlformats-officedocument.presentationml.tags+xml"/>
  <Override PartName="/ppt/notesSlides/notesSlide40.xml" ContentType="application/vnd.openxmlformats-officedocument.presentationml.notesSlide+xml"/>
  <Override PartName="/ppt/tags/tag39.xml" ContentType="application/vnd.openxmlformats-officedocument.presentationml.tags+xml"/>
  <Override PartName="/ppt/notesSlides/notesSlide41.xml" ContentType="application/vnd.openxmlformats-officedocument.presentationml.notesSlide+xml"/>
  <Override PartName="/ppt/tags/tag40.xml" ContentType="application/vnd.openxmlformats-officedocument.presentationml.tags+xml"/>
  <Override PartName="/ppt/notesSlides/notesSlide42.xml" ContentType="application/vnd.openxmlformats-officedocument.presentationml.notesSlide+xml"/>
  <Override PartName="/ppt/tags/tag41.xml" ContentType="application/vnd.openxmlformats-officedocument.presentationml.tags+xml"/>
  <Override PartName="/ppt/notesSlides/notesSlide43.xml" ContentType="application/vnd.openxmlformats-officedocument.presentationml.notesSlide+xml"/>
  <Override PartName="/ppt/tags/tag42.xml" ContentType="application/vnd.openxmlformats-officedocument.presentationml.tags+xml"/>
  <Override PartName="/ppt/notesSlides/notesSlide44.xml" ContentType="application/vnd.openxmlformats-officedocument.presentationml.notesSlide+xml"/>
  <Override PartName="/ppt/tags/tag43.xml" ContentType="application/vnd.openxmlformats-officedocument.presentationml.tags+xml"/>
  <Override PartName="/ppt/notesSlides/notesSlide45.xml" ContentType="application/vnd.openxmlformats-officedocument.presentationml.notesSlide+xml"/>
  <Override PartName="/ppt/tags/tag44.xml" ContentType="application/vnd.openxmlformats-officedocument.presentationml.tags+xml"/>
  <Override PartName="/ppt/notesSlides/notesSlide46.xml" ContentType="application/vnd.openxmlformats-officedocument.presentationml.notesSlide+xml"/>
  <Override PartName="/ppt/tags/tag45.xml" ContentType="application/vnd.openxmlformats-officedocument.presentationml.tags+xml"/>
  <Override PartName="/ppt/notesSlides/notesSlide47.xml" ContentType="application/vnd.openxmlformats-officedocument.presentationml.notesSlide+xml"/>
  <Override PartName="/ppt/tags/tag46.xml" ContentType="application/vnd.openxmlformats-officedocument.presentationml.tags+xml"/>
  <Override PartName="/ppt/notesSlides/notesSlide48.xml" ContentType="application/vnd.openxmlformats-officedocument.presentationml.notesSlide+xml"/>
  <Override PartName="/ppt/tags/tag47.xml" ContentType="application/vnd.openxmlformats-officedocument.presentationml.tags+xml"/>
  <Override PartName="/ppt/notesSlides/notesSlide49.xml" ContentType="application/vnd.openxmlformats-officedocument.presentationml.notesSlide+xml"/>
  <Override PartName="/ppt/tags/tag48.xml" ContentType="application/vnd.openxmlformats-officedocument.presentationml.tags+xml"/>
  <Override PartName="/ppt/notesSlides/notesSlide50.xml" ContentType="application/vnd.openxmlformats-officedocument.presentationml.notesSlide+xml"/>
  <Override PartName="/ppt/tags/tag49.xml" ContentType="application/vnd.openxmlformats-officedocument.presentationml.tags+xml"/>
  <Override PartName="/ppt/notesSlides/notesSlide51.xml" ContentType="application/vnd.openxmlformats-officedocument.presentationml.notesSlide+xml"/>
  <Override PartName="/ppt/tags/tag50.xml" ContentType="application/vnd.openxmlformats-officedocument.presentationml.tags+xml"/>
  <Override PartName="/ppt/notesSlides/notesSlide52.xml" ContentType="application/vnd.openxmlformats-officedocument.presentationml.notesSlide+xml"/>
  <Override PartName="/ppt/tags/tag51.xml" ContentType="application/vnd.openxmlformats-officedocument.presentationml.tags+xml"/>
  <Override PartName="/ppt/notesSlides/notesSlide53.xml" ContentType="application/vnd.openxmlformats-officedocument.presentationml.notesSlide+xml"/>
  <Override PartName="/ppt/tags/tag52.xml" ContentType="application/vnd.openxmlformats-officedocument.presentationml.tags+xml"/>
  <Override PartName="/ppt/notesSlides/notesSlide54.xml" ContentType="application/vnd.openxmlformats-officedocument.presentationml.notesSlide+xml"/>
  <Override PartName="/ppt/tags/tag53.xml" ContentType="application/vnd.openxmlformats-officedocument.presentationml.tags+xml"/>
  <Override PartName="/ppt/notesSlides/notesSlide55.xml" ContentType="application/vnd.openxmlformats-officedocument.presentationml.notesSlide+xml"/>
  <Override PartName="/ppt/tags/tag54.xml" ContentType="application/vnd.openxmlformats-officedocument.presentationml.tags+xml"/>
  <Override PartName="/ppt/notesSlides/notesSlide56.xml" ContentType="application/vnd.openxmlformats-officedocument.presentationml.notesSlide+xml"/>
  <Override PartName="/ppt/tags/tag55.xml" ContentType="application/vnd.openxmlformats-officedocument.presentationml.tags+xml"/>
  <Override PartName="/ppt/notesSlides/notesSlide57.xml" ContentType="application/vnd.openxmlformats-officedocument.presentationml.notesSlide+xml"/>
  <Override PartName="/ppt/tags/tag56.xml" ContentType="application/vnd.openxmlformats-officedocument.presentationml.tags+xml"/>
  <Override PartName="/ppt/notesSlides/notesSlide58.xml" ContentType="application/vnd.openxmlformats-officedocument.presentationml.notesSlide+xml"/>
  <Override PartName="/ppt/tags/tag57.xml" ContentType="application/vnd.openxmlformats-officedocument.presentationml.tags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256" r:id="rId2"/>
    <p:sldId id="292" r:id="rId3"/>
    <p:sldId id="293" r:id="rId4"/>
    <p:sldId id="288" r:id="rId5"/>
    <p:sldId id="276" r:id="rId6"/>
    <p:sldId id="264" r:id="rId7"/>
    <p:sldId id="265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94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354" r:id="rId58"/>
    <p:sldId id="285" r:id="rId59"/>
    <p:sldId id="266" r:id="rId60"/>
    <p:sldId id="360" r:id="rId61"/>
    <p:sldId id="358" r:id="rId62"/>
    <p:sldId id="359" r:id="rId63"/>
    <p:sldId id="356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DFF"/>
    <a:srgbClr val="E3E3E3"/>
    <a:srgbClr val="D6D6D6"/>
    <a:srgbClr val="6979A5"/>
    <a:srgbClr val="B1BDDB"/>
    <a:srgbClr val="305498"/>
    <a:srgbClr val="FFC000"/>
    <a:srgbClr val="7030A0"/>
    <a:srgbClr val="FF0000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0"/>
    <p:restoredTop sz="93946"/>
  </p:normalViewPr>
  <p:slideViewPr>
    <p:cSldViewPr snapToGrid="0" snapToObjects="1">
      <p:cViewPr varScale="1">
        <p:scale>
          <a:sx n="120" d="100"/>
          <a:sy n="120" d="100"/>
        </p:scale>
        <p:origin x="1288" y="18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709435-82D3-A94A-A785-4FE1B51C11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6FCD1-296A-4A44-A7FF-95F3CA75C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FAD22-D30E-9049-B8CA-A14D762F7543}" type="datetimeFigureOut">
              <a:rPr lang="en-US" smtClean="0"/>
              <a:t>5/23/23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4627F-717A-904B-AD36-03C41AF9C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F989D-DDE3-5146-B72B-9012AD381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85A9C-0CA0-C54A-97E9-53EDB5344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70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255A2-98C8-A843-B4CD-5FFA97679884}" type="datetimeFigureOut">
              <a:rPr lang="en-US" smtClean="0"/>
              <a:t>5/23/23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FCD39-7956-D84E-A7A0-23E0A817B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25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1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75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1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34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2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04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74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85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57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6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14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06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40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32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14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61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06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91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433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86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19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80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25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996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44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12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775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651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680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740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665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575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972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528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706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663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175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508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360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535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489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29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748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859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141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922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887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951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908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190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5493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738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155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0986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4554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8528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175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782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FCD39-7956-D84E-A7A0-23E0A817B6B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19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6CD8-F87C-0548-9BC5-CE5FE68C8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D254D-67A5-3344-B0A5-E1D3982DA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60C96-335F-E747-A713-8EF215D7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24B13-79AA-F244-983C-02CF5A69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43B1D-18BA-864D-8367-7BCB0B72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4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4444-BACC-EB49-9CFC-BA0983C4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793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rgbClr val="24255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D22FC-D48F-F64C-B6CD-3BCA593A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289"/>
            <a:ext cx="10515600" cy="43994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3DC1A-6AF3-1B4D-8F96-825E9BB501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7614" y="5970123"/>
            <a:ext cx="1062328" cy="68355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2EBE0D7-28A5-E94B-9339-E253203487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0080" y="5918753"/>
            <a:ext cx="699566" cy="7658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805059-9D38-804D-8051-03A141EE92BC}"/>
              </a:ext>
            </a:extLst>
          </p:cNvPr>
          <p:cNvSpPr txBox="1"/>
          <p:nvPr userDrawn="1"/>
        </p:nvSpPr>
        <p:spPr>
          <a:xfrm>
            <a:off x="8312089" y="6487101"/>
            <a:ext cx="1720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>
                <a:solidFill>
                  <a:schemeClr val="tx1">
                    <a:lumMod val="50000"/>
                    <a:lumOff val="50000"/>
                  </a:schemeClr>
                </a:solidFill>
              </a:rPr>
              <a:t>Jose A. Jaramillo Villegas</a:t>
            </a:r>
          </a:p>
        </p:txBody>
      </p:sp>
    </p:spTree>
    <p:extLst>
      <p:ext uri="{BB962C8B-B14F-4D97-AF65-F5344CB8AC3E}">
        <p14:creationId xmlns:p14="http://schemas.microsoft.com/office/powerpoint/2010/main" val="96851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888F-7F6C-CD46-BABC-6E9DC06E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97AFE-6306-0A43-89F2-DBC9F842F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AB650-259F-9F46-904A-F9C0617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28457-DC7C-F546-BAE3-E0BC4573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67340-2198-F94D-AB86-77851CB8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1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13C7-CEB0-B44A-B13C-1D13BDC8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59135-22C1-5F47-A931-051D119D5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348CB-7EFF-C541-B407-143450A02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91D2B-E7AC-1748-86CC-E2D2AE45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3683E-AC5A-9041-81D1-90F79CA8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A6E39-20BB-DC4F-8313-0A844603D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01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B74C-3EBF-8646-86C5-1615F9C0C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DE51-2DF2-9A4A-B16D-7AF0207C6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91D9E-6548-1146-901A-BD502BC12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781C8-FA7F-3643-BF79-D7096A295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98CB6-8B34-3742-A867-1A2595581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71E9C-E1E6-F44B-8BB5-BDBBCF72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EEEB4-E235-E34B-BA24-6B773185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E708A6-2FCD-514D-916F-476433E7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1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B4AF-A031-3B4E-8431-77790912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0C803-5ABF-B448-9E12-FCE10F97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D6AB6-E4FD-0341-9A2B-CA89064A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A8EB0-993A-7745-8807-5036C0DF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2403C-A9EF-0A4C-97C4-0A8412BC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C3B3A-7C23-BB4A-A4FE-D987266B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31285-5E52-F445-9B98-67E675CD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6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0AB9-C2F5-4E4E-821F-ECB7800D1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08A37-8FE0-5C48-8920-70E765912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50ADC-B051-A24C-A060-8867B34A9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ADDEE-6246-914B-A830-0386AF31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52467-6328-D74B-80AA-9AA15EC7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4CCCA-A663-CC4A-AA0B-B334FD4A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8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CA1A-0912-F244-9395-9A9FD556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C9CCC-29A6-FD46-9773-7494E903B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58E72-E062-E74A-A263-98CF2DC52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4B1A1-5E26-C14C-9C43-763F55B8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F1544-1AB5-1045-AC33-3701A28E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9DEF7-8D44-4743-B134-4349592D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6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8EDD-FB9C-7A4C-8CC5-C4421CE9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551FB-4A36-1B42-86EA-7AD1CD74F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847C0-D15E-FF4A-8799-4EC040A3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4CE48-DE33-BE43-A2C8-B0354992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B83EF-312A-9443-909F-161165335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9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812CCE-E394-1F41-90CB-05E0C1CC3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70000-83E9-694D-9D5B-C56A40C17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F7DCD-A3BB-454C-B3D9-428502A2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62421-B44A-2647-94D8-E79E72A0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87536-AA61-CC4C-BE3F-742AB52C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8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7B62E-35C1-AD48-A3BA-2E4FA95D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8E59C-7882-2149-B93E-578D4D6E1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0B3A8-8029-9F4F-96EF-100730485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6BC5D-E985-1044-9E44-CD03319882F5}" type="datetimeFigureOut">
              <a:rPr lang="en-US" smtClean="0"/>
              <a:t>5/23/23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87650-9BA6-534E-99DF-3196F0F86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C5386-B7B7-704D-A0AF-B84E6D330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9C8F8-043B-0743-A7C5-EA0FFBCF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4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5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70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5" Type="http://schemas.openxmlformats.org/officeDocument/2006/relationships/image" Target="../media/image50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5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39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37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0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38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1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39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2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40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3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41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4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42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5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43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6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44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7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45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3" Type="http://schemas.openxmlformats.org/officeDocument/2006/relationships/notesSlide" Target="../notesSlides/notesSlide48.xml"/><Relationship Id="rId21" Type="http://schemas.openxmlformats.org/officeDocument/2006/relationships/image" Target="../media/image11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png"/><Relationship Id="rId20" Type="http://schemas.openxmlformats.org/officeDocument/2006/relationships/image" Target="../media/image10.png"/><Relationship Id="rId1" Type="http://schemas.openxmlformats.org/officeDocument/2006/relationships/tags" Target="../tags/tag46.xml"/><Relationship Id="rId24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9.png"/><Relationship Id="rId26" Type="http://schemas.openxmlformats.org/officeDocument/2006/relationships/image" Target="../media/image10.png"/><Relationship Id="rId3" Type="http://schemas.openxmlformats.org/officeDocument/2006/relationships/notesSlide" Target="../notesSlides/notesSlide49.xml"/><Relationship Id="rId21" Type="http://schemas.openxmlformats.org/officeDocument/2006/relationships/image" Target="../media/image50.png"/><Relationship Id="rId17" Type="http://schemas.openxmlformats.org/officeDocument/2006/relationships/image" Target="../media/image18.png"/><Relationship Id="rId25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13.png"/><Relationship Id="rId1" Type="http://schemas.openxmlformats.org/officeDocument/2006/relationships/tags" Target="../tags/tag47.xml"/><Relationship Id="rId24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70.png"/><Relationship Id="rId28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60.png"/><Relationship Id="rId27" Type="http://schemas.openxmlformats.org/officeDocument/2006/relationships/image" Target="../media/image11.png"/><Relationship Id="rId30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9.png"/><Relationship Id="rId26" Type="http://schemas.openxmlformats.org/officeDocument/2006/relationships/image" Target="../media/image10.png"/><Relationship Id="rId3" Type="http://schemas.openxmlformats.org/officeDocument/2006/relationships/notesSlide" Target="../notesSlides/notesSlide50.xml"/><Relationship Id="rId21" Type="http://schemas.openxmlformats.org/officeDocument/2006/relationships/image" Target="../media/image50.png"/><Relationship Id="rId17" Type="http://schemas.openxmlformats.org/officeDocument/2006/relationships/image" Target="../media/image18.png"/><Relationship Id="rId25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13.png"/><Relationship Id="rId1" Type="http://schemas.openxmlformats.org/officeDocument/2006/relationships/tags" Target="../tags/tag48.xml"/><Relationship Id="rId24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70.png"/><Relationship Id="rId28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60.png"/><Relationship Id="rId27" Type="http://schemas.openxmlformats.org/officeDocument/2006/relationships/image" Target="../media/image11.png"/><Relationship Id="rId30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9.png"/><Relationship Id="rId26" Type="http://schemas.openxmlformats.org/officeDocument/2006/relationships/image" Target="../media/image10.png"/><Relationship Id="rId3" Type="http://schemas.openxmlformats.org/officeDocument/2006/relationships/notesSlide" Target="../notesSlides/notesSlide51.xml"/><Relationship Id="rId21" Type="http://schemas.openxmlformats.org/officeDocument/2006/relationships/image" Target="../media/image50.png"/><Relationship Id="rId17" Type="http://schemas.openxmlformats.org/officeDocument/2006/relationships/image" Target="../media/image18.png"/><Relationship Id="rId25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13.png"/><Relationship Id="rId1" Type="http://schemas.openxmlformats.org/officeDocument/2006/relationships/tags" Target="../tags/tag49.xml"/><Relationship Id="rId24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70.png"/><Relationship Id="rId28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60.png"/><Relationship Id="rId27" Type="http://schemas.openxmlformats.org/officeDocument/2006/relationships/image" Target="../media/image11.png"/><Relationship Id="rId30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9.png"/><Relationship Id="rId26" Type="http://schemas.openxmlformats.org/officeDocument/2006/relationships/image" Target="../media/image10.png"/><Relationship Id="rId3" Type="http://schemas.openxmlformats.org/officeDocument/2006/relationships/notesSlide" Target="../notesSlides/notesSlide52.xml"/><Relationship Id="rId21" Type="http://schemas.openxmlformats.org/officeDocument/2006/relationships/image" Target="../media/image50.png"/><Relationship Id="rId17" Type="http://schemas.openxmlformats.org/officeDocument/2006/relationships/image" Target="../media/image18.png"/><Relationship Id="rId25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13.png"/><Relationship Id="rId1" Type="http://schemas.openxmlformats.org/officeDocument/2006/relationships/tags" Target="../tags/tag50.xml"/><Relationship Id="rId24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70.png"/><Relationship Id="rId28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22" Type="http://schemas.openxmlformats.org/officeDocument/2006/relationships/image" Target="../media/image60.png"/><Relationship Id="rId27" Type="http://schemas.openxmlformats.org/officeDocument/2006/relationships/image" Target="../media/image11.png"/><Relationship Id="rId14" Type="http://schemas.openxmlformats.org/officeDocument/2006/relationships/image" Target="../media/image140.png"/><Relationship Id="rId30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9.png"/><Relationship Id="rId26" Type="http://schemas.openxmlformats.org/officeDocument/2006/relationships/image" Target="../media/image10.png"/><Relationship Id="rId3" Type="http://schemas.openxmlformats.org/officeDocument/2006/relationships/notesSlide" Target="../notesSlides/notesSlide53.xml"/><Relationship Id="rId21" Type="http://schemas.openxmlformats.org/officeDocument/2006/relationships/image" Target="../media/image50.png"/><Relationship Id="rId17" Type="http://schemas.openxmlformats.org/officeDocument/2006/relationships/image" Target="../media/image18.png"/><Relationship Id="rId25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13.png"/><Relationship Id="rId1" Type="http://schemas.openxmlformats.org/officeDocument/2006/relationships/tags" Target="../tags/tag51.xml"/><Relationship Id="rId24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70.png"/><Relationship Id="rId28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14" Type="http://schemas.openxmlformats.org/officeDocument/2006/relationships/image" Target="../media/image140.png"/><Relationship Id="rId22" Type="http://schemas.openxmlformats.org/officeDocument/2006/relationships/image" Target="../media/image60.png"/><Relationship Id="rId27" Type="http://schemas.openxmlformats.org/officeDocument/2006/relationships/image" Target="../media/image11.png"/><Relationship Id="rId30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60.png"/><Relationship Id="rId18" Type="http://schemas.openxmlformats.org/officeDocument/2006/relationships/image" Target="../media/image11.png"/><Relationship Id="rId3" Type="http://schemas.openxmlformats.org/officeDocument/2006/relationships/notesSlide" Target="../notesSlides/notesSlide54.xml"/><Relationship Id="rId21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50.png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tags" Target="../tags/tag5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5.emf"/><Relationship Id="rId15" Type="http://schemas.openxmlformats.org/officeDocument/2006/relationships/image" Target="../media/image8.png"/><Relationship Id="rId10" Type="http://schemas.openxmlformats.org/officeDocument/2006/relationships/image" Target="../media/image20.png"/><Relationship Id="rId19" Type="http://schemas.openxmlformats.org/officeDocument/2006/relationships/image" Target="../media/image12.png"/><Relationship Id="rId4" Type="http://schemas.openxmlformats.org/officeDocument/2006/relationships/image" Target="../media/image140.png"/><Relationship Id="rId9" Type="http://schemas.openxmlformats.org/officeDocument/2006/relationships/image" Target="../media/image19.png"/><Relationship Id="rId14" Type="http://schemas.openxmlformats.org/officeDocument/2006/relationships/image" Target="../media/image7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60.png"/><Relationship Id="rId18" Type="http://schemas.openxmlformats.org/officeDocument/2006/relationships/image" Target="../media/image11.png"/><Relationship Id="rId3" Type="http://schemas.openxmlformats.org/officeDocument/2006/relationships/notesSlide" Target="../notesSlides/notesSlide55.xml"/><Relationship Id="rId21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50.png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tags" Target="../tags/tag5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5.emf"/><Relationship Id="rId15" Type="http://schemas.openxmlformats.org/officeDocument/2006/relationships/image" Target="../media/image8.png"/><Relationship Id="rId10" Type="http://schemas.openxmlformats.org/officeDocument/2006/relationships/image" Target="../media/image20.png"/><Relationship Id="rId19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9.png"/><Relationship Id="rId14" Type="http://schemas.openxmlformats.org/officeDocument/2006/relationships/image" Target="../media/image70.png"/><Relationship Id="rId22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notesSlide" Target="../notesSlides/notesSlide56.xml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tags" Target="../tags/tag54.xml"/><Relationship Id="rId6" Type="http://schemas.openxmlformats.org/officeDocument/2006/relationships/image" Target="../media/image7.png"/><Relationship Id="rId11" Type="http://schemas.openxmlformats.org/officeDocument/2006/relationships/image" Target="../media/image26.png"/><Relationship Id="rId5" Type="http://schemas.openxmlformats.org/officeDocument/2006/relationships/image" Target="../media/image5.emf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6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18" Type="http://schemas.openxmlformats.org/officeDocument/2006/relationships/image" Target="../media/image350.png"/><Relationship Id="rId3" Type="http://schemas.openxmlformats.org/officeDocument/2006/relationships/notesSlide" Target="../notesSlides/notesSlide57.xml"/><Relationship Id="rId21" Type="http://schemas.openxmlformats.org/officeDocument/2006/relationships/image" Target="../media/image38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17" Type="http://schemas.openxmlformats.org/officeDocument/2006/relationships/image" Target="../media/image34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0.png"/><Relationship Id="rId20" Type="http://schemas.openxmlformats.org/officeDocument/2006/relationships/image" Target="../media/image370.png"/><Relationship Id="rId1" Type="http://schemas.openxmlformats.org/officeDocument/2006/relationships/tags" Target="../tags/tag55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5.emf"/><Relationship Id="rId15" Type="http://schemas.openxmlformats.org/officeDocument/2006/relationships/image" Target="../media/image320.png"/><Relationship Id="rId10" Type="http://schemas.openxmlformats.org/officeDocument/2006/relationships/image" Target="../media/image270.png"/><Relationship Id="rId19" Type="http://schemas.openxmlformats.org/officeDocument/2006/relationships/image" Target="../media/image360.png"/><Relationship Id="rId4" Type="http://schemas.openxmlformats.org/officeDocument/2006/relationships/image" Target="../media/image22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Relationship Id="rId22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18" Type="http://schemas.openxmlformats.org/officeDocument/2006/relationships/image" Target="../media/image350.png"/><Relationship Id="rId3" Type="http://schemas.openxmlformats.org/officeDocument/2006/relationships/notesSlide" Target="../notesSlides/notesSlide58.xml"/><Relationship Id="rId21" Type="http://schemas.openxmlformats.org/officeDocument/2006/relationships/image" Target="../media/image38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17" Type="http://schemas.openxmlformats.org/officeDocument/2006/relationships/image" Target="../media/image34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0.png"/><Relationship Id="rId20" Type="http://schemas.openxmlformats.org/officeDocument/2006/relationships/image" Target="../media/image370.png"/><Relationship Id="rId1" Type="http://schemas.openxmlformats.org/officeDocument/2006/relationships/tags" Target="../tags/tag56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5.emf"/><Relationship Id="rId15" Type="http://schemas.openxmlformats.org/officeDocument/2006/relationships/image" Target="../media/image320.png"/><Relationship Id="rId10" Type="http://schemas.openxmlformats.org/officeDocument/2006/relationships/image" Target="../media/image270.png"/><Relationship Id="rId19" Type="http://schemas.openxmlformats.org/officeDocument/2006/relationships/image" Target="../media/image360.png"/><Relationship Id="rId4" Type="http://schemas.openxmlformats.org/officeDocument/2006/relationships/image" Target="../media/image22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Relationship Id="rId22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A470-DE00-7447-AC88-39ABEBB3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414" y="915295"/>
            <a:ext cx="9827172" cy="2387600"/>
          </a:xfrm>
        </p:spPr>
        <p:txBody>
          <a:bodyPr>
            <a:normAutofit fontScale="90000"/>
          </a:bodyPr>
          <a:lstStyle/>
          <a:p>
            <a:r>
              <a:rPr lang="es-ES_tradnl" b="1" dirty="0">
                <a:solidFill>
                  <a:srgbClr val="24255E"/>
                </a:solidFill>
              </a:rPr>
              <a:t>Arquitectura de Computadores</a:t>
            </a:r>
            <a:br>
              <a:rPr lang="es-ES_tradnl" b="1" dirty="0">
                <a:solidFill>
                  <a:srgbClr val="24255E"/>
                </a:solidFill>
              </a:rPr>
            </a:br>
            <a:r>
              <a:rPr lang="es-ES_tradnl" b="1" dirty="0">
                <a:solidFill>
                  <a:srgbClr val="24255E"/>
                </a:solidFill>
              </a:rPr>
              <a:t>Clase: Camino de Datos Monociclo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6B40C-522D-5C44-8629-9B27633D05CE}"/>
              </a:ext>
            </a:extLst>
          </p:cNvPr>
          <p:cNvSpPr txBox="1"/>
          <p:nvPr/>
        </p:nvSpPr>
        <p:spPr>
          <a:xfrm>
            <a:off x="811489" y="4304462"/>
            <a:ext cx="548420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800" b="1"/>
              <a:t>José A. Jaramillo Villegas PhD.</a:t>
            </a:r>
          </a:p>
          <a:p>
            <a:pPr algn="ctr"/>
            <a:r>
              <a:rPr lang="es-ES_tradnl" sz="2400"/>
              <a:t>Facultad de Ingenierías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F5F7E-3C79-6343-95FA-C5316D9C7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644" y="3900570"/>
            <a:ext cx="2546867" cy="163878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18B0D7D-EB36-3B41-B4AA-662732F7E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6087" y="3801917"/>
            <a:ext cx="1677167" cy="183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8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CA08-86B5-564B-8CF9-9203B6F6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alto </a:t>
            </a:r>
            <a:r>
              <a:rPr lang="en-US" dirty="0" err="1"/>
              <a:t>nivel</a:t>
            </a:r>
            <a:r>
              <a:rPr lang="en-US" dirty="0"/>
              <a:t> a bajo </a:t>
            </a:r>
            <a:r>
              <a:rPr lang="en-US" dirty="0" err="1"/>
              <a:t>nivel</a:t>
            </a:r>
            <a:r>
              <a:rPr lang="en-US" dirty="0"/>
              <a:t> y </a:t>
            </a:r>
            <a:r>
              <a:rPr lang="en-US" dirty="0" err="1"/>
              <a:t>máquina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2F5CA-33BF-6A48-949B-2B30E79F9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021" y="1722664"/>
            <a:ext cx="4946780" cy="70139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f = (g + h) - 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+ j);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AAE3E-1210-9946-8BB0-FB17DF19FEDE}"/>
              </a:ext>
            </a:extLst>
          </p:cNvPr>
          <p:cNvSpPr txBox="1"/>
          <p:nvPr/>
        </p:nvSpPr>
        <p:spPr>
          <a:xfrm>
            <a:off x="1480021" y="110577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Lenguaje</a:t>
            </a:r>
            <a:r>
              <a:rPr lang="en-US" sz="2800" b="1" dirty="0"/>
              <a:t> 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395E77-0466-5645-B351-5BA579B35CD4}"/>
              </a:ext>
            </a:extLst>
          </p:cNvPr>
          <p:cNvSpPr txBox="1">
            <a:spLocks/>
          </p:cNvSpPr>
          <p:nvPr/>
        </p:nvSpPr>
        <p:spPr>
          <a:xfrm>
            <a:off x="1480021" y="4973233"/>
            <a:ext cx="4946780" cy="1710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add x6, x9, x18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add x7, x19, x20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sub x8, x6, x7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E39745-52B1-1848-A7E1-93F327001A92}"/>
              </a:ext>
            </a:extLst>
          </p:cNvPr>
          <p:cNvCxnSpPr>
            <a:cxnSpLocks/>
          </p:cNvCxnSpPr>
          <p:nvPr/>
        </p:nvCxnSpPr>
        <p:spPr>
          <a:xfrm>
            <a:off x="1768711" y="2257511"/>
            <a:ext cx="0" cy="2095033"/>
          </a:xfrm>
          <a:prstGeom prst="straightConnector1">
            <a:avLst/>
          </a:prstGeom>
          <a:ln w="44450">
            <a:solidFill>
              <a:schemeClr val="tx1"/>
            </a:solidFill>
            <a:tailEnd type="stealth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E1CE7C-11AC-6F4B-AF83-17BB68EB7860}"/>
              </a:ext>
            </a:extLst>
          </p:cNvPr>
          <p:cNvSpPr txBox="1"/>
          <p:nvPr/>
        </p:nvSpPr>
        <p:spPr>
          <a:xfrm>
            <a:off x="1480021" y="4348301"/>
            <a:ext cx="4618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Lenguaje</a:t>
            </a:r>
            <a:r>
              <a:rPr lang="en-US" sz="2800" b="1" dirty="0"/>
              <a:t> </a:t>
            </a:r>
            <a:r>
              <a:rPr lang="en-US" sz="2800" b="1" dirty="0" err="1"/>
              <a:t>Ensamblador</a:t>
            </a:r>
            <a:r>
              <a:rPr lang="en-US" sz="2800" b="1" dirty="0"/>
              <a:t> RISC-V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F1185-F55D-F141-B1DB-B734EAE41BA7}"/>
              </a:ext>
            </a:extLst>
          </p:cNvPr>
          <p:cNvSpPr txBox="1"/>
          <p:nvPr/>
        </p:nvSpPr>
        <p:spPr>
          <a:xfrm>
            <a:off x="2057401" y="2307597"/>
            <a:ext cx="15985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 → x8</a:t>
            </a:r>
          </a:p>
          <a:p>
            <a:r>
              <a:rPr lang="en-US" sz="2400" dirty="0">
                <a:latin typeface="Courier" pitchFamily="2" charset="0"/>
              </a:rPr>
              <a:t>g → x9</a:t>
            </a:r>
          </a:p>
          <a:p>
            <a:r>
              <a:rPr lang="en-US" sz="2400" dirty="0">
                <a:latin typeface="Courier" pitchFamily="2" charset="0"/>
              </a:rPr>
              <a:t>h → x18</a:t>
            </a:r>
          </a:p>
          <a:p>
            <a:r>
              <a:rPr lang="en-US" sz="2400" dirty="0">
                <a:latin typeface="Courier" pitchFamily="2" charset="0"/>
              </a:rPr>
              <a:t>i → x19</a:t>
            </a:r>
          </a:p>
          <a:p>
            <a:r>
              <a:rPr lang="en-US" sz="2400" dirty="0">
                <a:latin typeface="Courier" pitchFamily="2" charset="0"/>
              </a:rPr>
              <a:t>j → x20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2821A-992A-CD40-8501-F1565266649C}"/>
              </a:ext>
            </a:extLst>
          </p:cNvPr>
          <p:cNvSpPr txBox="1"/>
          <p:nvPr/>
        </p:nvSpPr>
        <p:spPr>
          <a:xfrm>
            <a:off x="5727874" y="2634303"/>
            <a:ext cx="402623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00B050"/>
                </a:solidFill>
              </a:rPr>
              <a:t>32 </a:t>
            </a:r>
            <a:r>
              <a:rPr lang="en-US" sz="3200" dirty="0" err="1">
                <a:solidFill>
                  <a:srgbClr val="00B050"/>
                </a:solidFill>
              </a:rPr>
              <a:t>Registros</a:t>
            </a:r>
            <a:r>
              <a:rPr lang="en-US" sz="3200" dirty="0">
                <a:solidFill>
                  <a:srgbClr val="00B050"/>
                </a:solidFill>
              </a:rPr>
              <a:t> de 32 bits </a:t>
            </a:r>
          </a:p>
          <a:p>
            <a:pPr algn="ctr"/>
            <a:r>
              <a:rPr lang="en-US" sz="3200" dirty="0">
                <a:solidFill>
                  <a:srgbClr val="00B050"/>
                </a:solidFill>
              </a:rPr>
              <a:t>(</a:t>
            </a:r>
            <a:r>
              <a:rPr lang="en-US" sz="3200" dirty="0">
                <a:solidFill>
                  <a:srgbClr val="00B050"/>
                </a:solidFill>
                <a:latin typeface="Courier" pitchFamily="2" charset="0"/>
              </a:rPr>
              <a:t>x0</a:t>
            </a:r>
            <a:r>
              <a:rPr lang="en-US" sz="3200" dirty="0">
                <a:solidFill>
                  <a:srgbClr val="00B050"/>
                </a:solidFill>
              </a:rPr>
              <a:t>, </a:t>
            </a:r>
            <a:r>
              <a:rPr lang="en-US" sz="3200" dirty="0">
                <a:solidFill>
                  <a:srgbClr val="00B050"/>
                </a:solidFill>
                <a:latin typeface="Courier" pitchFamily="2" charset="0"/>
              </a:rPr>
              <a:t>x1</a:t>
            </a:r>
            <a:r>
              <a:rPr lang="en-US" sz="3200" dirty="0">
                <a:solidFill>
                  <a:srgbClr val="00B050"/>
                </a:solidFill>
              </a:rPr>
              <a:t>, …, </a:t>
            </a:r>
            <a:r>
              <a:rPr lang="en-US" sz="3200" dirty="0">
                <a:solidFill>
                  <a:srgbClr val="00B050"/>
                </a:solidFill>
                <a:latin typeface="Courier" pitchFamily="2" charset="0"/>
              </a:rPr>
              <a:t>x31</a:t>
            </a:r>
            <a:r>
              <a:rPr lang="en-US" sz="32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80CC9E-1470-474E-91EE-963D347F9AEF}"/>
              </a:ext>
            </a:extLst>
          </p:cNvPr>
          <p:cNvSpPr txBox="1"/>
          <p:nvPr/>
        </p:nvSpPr>
        <p:spPr>
          <a:xfrm>
            <a:off x="6593612" y="1723505"/>
            <a:ext cx="1521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Sentencias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32E4B-E650-F04F-A080-41B196FBE0EC}"/>
              </a:ext>
            </a:extLst>
          </p:cNvPr>
          <p:cNvSpPr txBox="1"/>
          <p:nvPr/>
        </p:nvSpPr>
        <p:spPr>
          <a:xfrm>
            <a:off x="7460387" y="4981929"/>
            <a:ext cx="1840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Instrucciones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77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5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CA08-86B5-564B-8CF9-9203B6F6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alto </a:t>
            </a:r>
            <a:r>
              <a:rPr lang="en-US" dirty="0" err="1"/>
              <a:t>nivel</a:t>
            </a:r>
            <a:r>
              <a:rPr lang="en-US" dirty="0"/>
              <a:t> a bajo </a:t>
            </a:r>
            <a:r>
              <a:rPr lang="en-US" dirty="0" err="1"/>
              <a:t>nivel</a:t>
            </a:r>
            <a:r>
              <a:rPr lang="en-US" dirty="0"/>
              <a:t> y </a:t>
            </a:r>
            <a:r>
              <a:rPr lang="en-US" dirty="0" err="1"/>
              <a:t>máquina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395E77-0466-5645-B351-5BA579B35CD4}"/>
              </a:ext>
            </a:extLst>
          </p:cNvPr>
          <p:cNvSpPr txBox="1">
            <a:spLocks/>
          </p:cNvSpPr>
          <p:nvPr/>
        </p:nvSpPr>
        <p:spPr>
          <a:xfrm>
            <a:off x="548640" y="1900849"/>
            <a:ext cx="4946780" cy="1710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add x6, x9, x18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add x7, x19, x20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sub x8, x6, x7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1CE7C-11AC-6F4B-AF83-17BB68EB7860}"/>
              </a:ext>
            </a:extLst>
          </p:cNvPr>
          <p:cNvSpPr txBox="1"/>
          <p:nvPr/>
        </p:nvSpPr>
        <p:spPr>
          <a:xfrm>
            <a:off x="548640" y="1275917"/>
            <a:ext cx="4618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Lenguaje</a:t>
            </a:r>
            <a:r>
              <a:rPr lang="en-US" sz="2800" b="1" dirty="0"/>
              <a:t> </a:t>
            </a:r>
            <a:r>
              <a:rPr lang="en-US" sz="2800" b="1" dirty="0" err="1"/>
              <a:t>Ensamblador</a:t>
            </a:r>
            <a:r>
              <a:rPr lang="en-US" sz="2800" b="1" dirty="0"/>
              <a:t> RISC-V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9D741-D6C7-164F-A795-CA74158053CF}"/>
              </a:ext>
            </a:extLst>
          </p:cNvPr>
          <p:cNvSpPr txBox="1"/>
          <p:nvPr/>
        </p:nvSpPr>
        <p:spPr>
          <a:xfrm>
            <a:off x="548640" y="3549904"/>
            <a:ext cx="4458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Lenguaje</a:t>
            </a:r>
            <a:r>
              <a:rPr lang="en-US" sz="2800" b="1" dirty="0"/>
              <a:t> de </a:t>
            </a:r>
            <a:r>
              <a:rPr lang="en-US" sz="2800" b="1" dirty="0" err="1"/>
              <a:t>Máquina</a:t>
            </a:r>
            <a:r>
              <a:rPr lang="en-US" sz="2800" b="1" dirty="0"/>
              <a:t> RISC-V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81C5171-CC0F-F145-BE15-1DEAD09B3698}"/>
              </a:ext>
            </a:extLst>
          </p:cNvPr>
          <p:cNvSpPr txBox="1">
            <a:spLocks/>
          </p:cNvSpPr>
          <p:nvPr/>
        </p:nvSpPr>
        <p:spPr>
          <a:xfrm>
            <a:off x="548640" y="4159021"/>
            <a:ext cx="11728704" cy="1799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0x01248333   0000 0001 0010 0100 1000 0011 0011 0011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0x014983B3   0000 0001 0100 1001 1000 0011 1011 0011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0x40730433   0100 0000 0111 0011 0000 0100 0011 0011</a:t>
            </a:r>
          </a:p>
        </p:txBody>
      </p:sp>
    </p:spTree>
    <p:extLst>
      <p:ext uri="{BB962C8B-B14F-4D97-AF65-F5344CB8AC3E}">
        <p14:creationId xmlns:p14="http://schemas.microsoft.com/office/powerpoint/2010/main" val="400999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1127DB-6D21-C644-9402-BA19FC2D5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59" y="2485830"/>
            <a:ext cx="11467659" cy="199727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53C97A-303E-2742-9AF3-1DFC8DC6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Instrucciones</a:t>
            </a:r>
            <a:r>
              <a:rPr lang="en-US" dirty="0"/>
              <a:t> RISC-V</a:t>
            </a:r>
          </a:p>
        </p:txBody>
      </p:sp>
    </p:spTree>
    <p:extLst>
      <p:ext uri="{BB962C8B-B14F-4D97-AF65-F5344CB8AC3E}">
        <p14:creationId xmlns:p14="http://schemas.microsoft.com/office/powerpoint/2010/main" val="354406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303EC6-0918-224E-A559-B4D1B98070D0}"/>
              </a:ext>
            </a:extLst>
          </p:cNvPr>
          <p:cNvSpPr txBox="1"/>
          <p:nvPr/>
        </p:nvSpPr>
        <p:spPr>
          <a:xfrm>
            <a:off x="503815" y="1926324"/>
            <a:ext cx="39068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add   0110011  000  0000000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sub   0110011  000  0100000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sll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0110011  001  0000000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slt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0110011  010  0000000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sltu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0110011  011  0000000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xor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0110011  100  0000000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srl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0110011  101  0000000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sra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0110011  101  0100000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or    0110011  110  0000000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and   0110011  111  0000000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3DB5CF-32C3-FB49-A35B-93AADC1AC5E8}"/>
              </a:ext>
            </a:extLst>
          </p:cNvPr>
          <p:cNvSpPr/>
          <p:nvPr/>
        </p:nvSpPr>
        <p:spPr>
          <a:xfrm>
            <a:off x="8530269" y="1962900"/>
            <a:ext cx="328521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beq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1100011  000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bne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1100011  001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blt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1100011  100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bge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1100011  101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bltu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1100011  110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bgeu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1100011  111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Courier" pitchFamily="2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sb    0100011  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 0100011  001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sw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 0100011  010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CC2B71-B192-9543-BE2D-FB665A09D585}"/>
              </a:ext>
            </a:extLst>
          </p:cNvPr>
          <p:cNvSpPr/>
          <p:nvPr/>
        </p:nvSpPr>
        <p:spPr>
          <a:xfrm>
            <a:off x="5001634" y="1926324"/>
            <a:ext cx="328521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addi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0010011  000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slli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0010011  001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slti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0010011  010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sltiu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0010011  011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xori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0010011  100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srli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0010011  101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srai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0010011  101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ori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0010011  110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andi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0010011  111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Courier" pitchFamily="2" charset="0"/>
            </a:endParaRP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lb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 0000011  000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lh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 0000011  001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lw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 0000011  010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lbu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0000011  100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lhu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0000011  101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jalr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1100111  000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CF6C83-EF27-854D-97CE-00A21B7C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Instrucciones</a:t>
            </a:r>
            <a:r>
              <a:rPr lang="en-US" dirty="0"/>
              <a:t> RV32I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D72F5-30DF-7F41-80F1-8FCA7816D8EB}"/>
              </a:ext>
            </a:extLst>
          </p:cNvPr>
          <p:cNvSpPr txBox="1"/>
          <p:nvPr/>
        </p:nvSpPr>
        <p:spPr>
          <a:xfrm>
            <a:off x="1384300" y="1593568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OpCode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5B60F6-E8BF-9F47-B90A-C4845C65203C}"/>
              </a:ext>
            </a:extLst>
          </p:cNvPr>
          <p:cNvSpPr txBox="1"/>
          <p:nvPr/>
        </p:nvSpPr>
        <p:spPr>
          <a:xfrm>
            <a:off x="2457234" y="1593568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Funct3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3C8C22-A9E2-8542-8726-7D063ECD0329}"/>
              </a:ext>
            </a:extLst>
          </p:cNvPr>
          <p:cNvSpPr txBox="1"/>
          <p:nvPr/>
        </p:nvSpPr>
        <p:spPr>
          <a:xfrm>
            <a:off x="3374136" y="1593568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Funct7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08BD66-F74D-8F43-A953-3DA2CCBBA20A}"/>
              </a:ext>
            </a:extLst>
          </p:cNvPr>
          <p:cNvSpPr txBox="1"/>
          <p:nvPr/>
        </p:nvSpPr>
        <p:spPr>
          <a:xfrm>
            <a:off x="1933585" y="1146607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Tipo 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87C3C7-8F37-A243-A44B-99D18312319C}"/>
              </a:ext>
            </a:extLst>
          </p:cNvPr>
          <p:cNvCxnSpPr>
            <a:cxnSpLocks/>
          </p:cNvCxnSpPr>
          <p:nvPr/>
        </p:nvCxnSpPr>
        <p:spPr>
          <a:xfrm>
            <a:off x="575368" y="1593568"/>
            <a:ext cx="3700998" cy="1"/>
          </a:xfrm>
          <a:prstGeom prst="line">
            <a:avLst/>
          </a:prstGeom>
          <a:ln w="22225">
            <a:solidFill>
              <a:srgbClr val="3054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272BE26-BE3A-7E47-A1D9-62325BD29DAB}"/>
              </a:ext>
            </a:extLst>
          </p:cNvPr>
          <p:cNvSpPr txBox="1"/>
          <p:nvPr/>
        </p:nvSpPr>
        <p:spPr>
          <a:xfrm>
            <a:off x="5983517" y="1133844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Tipo I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FAE8C4-FEB3-7A49-92C3-1501659CF2A8}"/>
              </a:ext>
            </a:extLst>
          </p:cNvPr>
          <p:cNvCxnSpPr>
            <a:cxnSpLocks/>
          </p:cNvCxnSpPr>
          <p:nvPr/>
        </p:nvCxnSpPr>
        <p:spPr>
          <a:xfrm>
            <a:off x="5018553" y="1592583"/>
            <a:ext cx="2870321" cy="0"/>
          </a:xfrm>
          <a:prstGeom prst="line">
            <a:avLst/>
          </a:prstGeom>
          <a:ln w="22225">
            <a:solidFill>
              <a:srgbClr val="3054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97A3A0B-37F2-2D4F-884C-CBA93C68902B}"/>
              </a:ext>
            </a:extLst>
          </p:cNvPr>
          <p:cNvSpPr txBox="1"/>
          <p:nvPr/>
        </p:nvSpPr>
        <p:spPr>
          <a:xfrm>
            <a:off x="5899038" y="159843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OpCode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A28113-A121-FF4A-AEC5-9050D34784C2}"/>
              </a:ext>
            </a:extLst>
          </p:cNvPr>
          <p:cNvSpPr txBox="1"/>
          <p:nvPr/>
        </p:nvSpPr>
        <p:spPr>
          <a:xfrm>
            <a:off x="6971972" y="1593568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Funct3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ABC2C6-A2DF-FB4A-A70F-D2ABFEB7A030}"/>
              </a:ext>
            </a:extLst>
          </p:cNvPr>
          <p:cNvSpPr/>
          <p:nvPr/>
        </p:nvSpPr>
        <p:spPr>
          <a:xfrm>
            <a:off x="1352374" y="5622448"/>
            <a:ext cx="20217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jal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1101111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lui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  0110111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auipc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</a:rPr>
              <a:t> 0010111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E58B36-4B67-3A41-AE89-D3673F84FE39}"/>
              </a:ext>
            </a:extLst>
          </p:cNvPr>
          <p:cNvSpPr txBox="1"/>
          <p:nvPr/>
        </p:nvSpPr>
        <p:spPr>
          <a:xfrm>
            <a:off x="9538093" y="1133844"/>
            <a:ext cx="119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Tipo S B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B52AA56-7D4F-DA45-9C5B-150D29956B54}"/>
              </a:ext>
            </a:extLst>
          </p:cNvPr>
          <p:cNvCxnSpPr>
            <a:cxnSpLocks/>
          </p:cNvCxnSpPr>
          <p:nvPr/>
        </p:nvCxnSpPr>
        <p:spPr>
          <a:xfrm>
            <a:off x="8573129" y="1592583"/>
            <a:ext cx="2870321" cy="0"/>
          </a:xfrm>
          <a:prstGeom prst="line">
            <a:avLst/>
          </a:prstGeom>
          <a:ln w="22225">
            <a:solidFill>
              <a:srgbClr val="3054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600130B-ED6A-F343-A13B-2E94A5A34C64}"/>
              </a:ext>
            </a:extLst>
          </p:cNvPr>
          <p:cNvSpPr txBox="1"/>
          <p:nvPr/>
        </p:nvSpPr>
        <p:spPr>
          <a:xfrm>
            <a:off x="9453614" y="159843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OpCode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DA19AD-CBC1-ED40-9009-980EAECCA358}"/>
              </a:ext>
            </a:extLst>
          </p:cNvPr>
          <p:cNvSpPr txBox="1"/>
          <p:nvPr/>
        </p:nvSpPr>
        <p:spPr>
          <a:xfrm>
            <a:off x="10526548" y="1593568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Funct3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D6A3AC-2D1A-E84D-909B-925B0DC5FF9A}"/>
              </a:ext>
            </a:extLst>
          </p:cNvPr>
          <p:cNvSpPr txBox="1"/>
          <p:nvPr/>
        </p:nvSpPr>
        <p:spPr>
          <a:xfrm>
            <a:off x="1852198" y="4859138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Tipo U J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F809BB-511D-4546-BCD9-DFEC2457CFFA}"/>
              </a:ext>
            </a:extLst>
          </p:cNvPr>
          <p:cNvCxnSpPr>
            <a:cxnSpLocks/>
          </p:cNvCxnSpPr>
          <p:nvPr/>
        </p:nvCxnSpPr>
        <p:spPr>
          <a:xfrm>
            <a:off x="1001534" y="5317877"/>
            <a:ext cx="2870321" cy="0"/>
          </a:xfrm>
          <a:prstGeom prst="line">
            <a:avLst/>
          </a:prstGeom>
          <a:ln w="22225">
            <a:solidFill>
              <a:srgbClr val="3054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5335A1-1587-C749-84EF-B6A38DBD4234}"/>
              </a:ext>
            </a:extLst>
          </p:cNvPr>
          <p:cNvSpPr txBox="1"/>
          <p:nvPr/>
        </p:nvSpPr>
        <p:spPr>
          <a:xfrm>
            <a:off x="2288419" y="5323728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OpCode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28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D255D5-A644-F244-94A7-156DB46F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924" y="439690"/>
            <a:ext cx="4164661" cy="769994"/>
          </a:xfrm>
        </p:spPr>
        <p:txBody>
          <a:bodyPr>
            <a:noAutofit/>
          </a:bodyPr>
          <a:lstStyle/>
          <a:p>
            <a:pPr algn="ctr"/>
            <a:r>
              <a:rPr lang="es-ES_tradnl" sz="3200" b="1" dirty="0"/>
              <a:t>Instrucciones Tipo R</a:t>
            </a:r>
            <a:endParaRPr lang="es-ES_tradnl" sz="3200" b="1" dirty="0">
              <a:solidFill>
                <a:srgbClr val="24255E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B6A8E03-19B0-5B43-9DBA-FBB63633E900}"/>
              </a:ext>
            </a:extLst>
          </p:cNvPr>
          <p:cNvSpPr txBox="1"/>
          <p:nvPr/>
        </p:nvSpPr>
        <p:spPr>
          <a:xfrm>
            <a:off x="7069318" y="1626348"/>
            <a:ext cx="500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rs2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3F35D53-D173-794A-93D1-DB2EBD1C2D3D}"/>
              </a:ext>
            </a:extLst>
          </p:cNvPr>
          <p:cNvSpPr txBox="1"/>
          <p:nvPr/>
        </p:nvSpPr>
        <p:spPr>
          <a:xfrm>
            <a:off x="6247166" y="1626348"/>
            <a:ext cx="500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rs1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C8AA91-1CE1-744A-98F6-0C115F3E3DF3}"/>
              </a:ext>
            </a:extLst>
          </p:cNvPr>
          <p:cNvSpPr txBox="1"/>
          <p:nvPr/>
        </p:nvSpPr>
        <p:spPr>
          <a:xfrm>
            <a:off x="5400544" y="1626348"/>
            <a:ext cx="40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432FF"/>
                </a:solidFill>
              </a:rPr>
              <a:t>rd</a:t>
            </a:r>
            <a:endParaRPr lang="en-US" sz="2000" dirty="0">
              <a:solidFill>
                <a:srgbClr val="0432FF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7724B93-7CBC-9047-9441-3B8803860025}"/>
              </a:ext>
            </a:extLst>
          </p:cNvPr>
          <p:cNvSpPr txBox="1"/>
          <p:nvPr/>
        </p:nvSpPr>
        <p:spPr>
          <a:xfrm>
            <a:off x="4382772" y="1250633"/>
            <a:ext cx="829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add</a:t>
            </a:r>
            <a:endParaRPr lang="en-US" sz="2800" dirty="0">
              <a:solidFill>
                <a:srgbClr val="7030A0"/>
              </a:solidFill>
              <a:latin typeface="Courier" pitchFamily="2" charset="0"/>
            </a:endParaRP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9C801AD0-5B3D-004F-B60C-ED014D9C311C}"/>
              </a:ext>
            </a:extLst>
          </p:cNvPr>
          <p:cNvCxnSpPr>
            <a:cxnSpLocks/>
          </p:cNvCxnSpPr>
          <p:nvPr/>
        </p:nvCxnSpPr>
        <p:spPr>
          <a:xfrm>
            <a:off x="4473351" y="2026458"/>
            <a:ext cx="64501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CC91F340-1B00-1942-96F3-6AB296AD0403}"/>
              </a:ext>
            </a:extLst>
          </p:cNvPr>
          <p:cNvCxnSpPr>
            <a:cxnSpLocks/>
          </p:cNvCxnSpPr>
          <p:nvPr/>
        </p:nvCxnSpPr>
        <p:spPr>
          <a:xfrm>
            <a:off x="5314564" y="2019164"/>
            <a:ext cx="645012" cy="0"/>
          </a:xfrm>
          <a:prstGeom prst="line">
            <a:avLst/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CF84AFF-270E-634C-9BB1-D03B96A08D01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5617624" y="2019164"/>
            <a:ext cx="1842314" cy="899371"/>
          </a:xfrm>
          <a:prstGeom prst="straightConnector1">
            <a:avLst/>
          </a:prstGeom>
          <a:ln w="3175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50BCDBF-C322-BB42-83A4-7148B745A811}"/>
              </a:ext>
            </a:extLst>
          </p:cNvPr>
          <p:cNvCxnSpPr>
            <a:cxnSpLocks/>
          </p:cNvCxnSpPr>
          <p:nvPr/>
        </p:nvCxnSpPr>
        <p:spPr>
          <a:xfrm>
            <a:off x="6167209" y="2015116"/>
            <a:ext cx="645012" cy="0"/>
          </a:xfrm>
          <a:prstGeom prst="line">
            <a:avLst/>
          </a:prstGeom>
          <a:ln w="317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9E9C430-F5FF-B042-B412-FD7CBA69AC96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5391551" y="2015116"/>
            <a:ext cx="1066452" cy="903419"/>
          </a:xfrm>
          <a:prstGeom prst="straightConnector1">
            <a:avLst/>
          </a:prstGeom>
          <a:ln w="31750">
            <a:solidFill>
              <a:srgbClr val="92D05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27C8FA4-12CC-7842-89A9-77631FDBAA92}"/>
              </a:ext>
            </a:extLst>
          </p:cNvPr>
          <p:cNvCxnSpPr>
            <a:cxnSpLocks/>
          </p:cNvCxnSpPr>
          <p:nvPr/>
        </p:nvCxnSpPr>
        <p:spPr>
          <a:xfrm>
            <a:off x="7021805" y="2013173"/>
            <a:ext cx="645012" cy="0"/>
          </a:xfrm>
          <a:prstGeom prst="line">
            <a:avLst/>
          </a:prstGeom>
          <a:ln w="317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8F58850-50B9-714E-8178-C774D56BE51B}"/>
              </a:ext>
            </a:extLst>
          </p:cNvPr>
          <p:cNvCxnSpPr>
            <a:cxnSpLocks/>
          </p:cNvCxnSpPr>
          <p:nvPr/>
        </p:nvCxnSpPr>
        <p:spPr>
          <a:xfrm flipH="1">
            <a:off x="4204650" y="2021222"/>
            <a:ext cx="3179566" cy="906644"/>
          </a:xfrm>
          <a:prstGeom prst="straightConnector1">
            <a:avLst/>
          </a:prstGeom>
          <a:ln w="3175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B686729-C78F-6F4A-BD83-4DA0D1458F81}"/>
              </a:ext>
            </a:extLst>
          </p:cNvPr>
          <p:cNvCxnSpPr>
            <a:cxnSpLocks/>
          </p:cNvCxnSpPr>
          <p:nvPr/>
        </p:nvCxnSpPr>
        <p:spPr>
          <a:xfrm>
            <a:off x="4774131" y="2026458"/>
            <a:ext cx="3711815" cy="892077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3401494-BCAE-3C46-A6DE-45A37BAE1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839057"/>
              </p:ext>
            </p:extLst>
          </p:nvPr>
        </p:nvGraphicFramePr>
        <p:xfrm>
          <a:off x="1712376" y="3365963"/>
          <a:ext cx="8187456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58">
                  <a:extLst>
                    <a:ext uri="{9D8B030D-6E8A-4147-A177-3AD203B41FA5}">
                      <a16:colId xmlns:a16="http://schemas.microsoft.com/office/drawing/2014/main" val="11932944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699651128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849449085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665644310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18197968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108993055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698233240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946135680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465646765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648803105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1913564318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4202985783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1911080353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4123932095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99095448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730749744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1293641704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181717546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203902192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273099308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184179403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1278278883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643539233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4096707037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1490089959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400156728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384875575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71401025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164315534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1961063069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3595147429"/>
                    </a:ext>
                  </a:extLst>
                </a:gridCol>
                <a:gridCol w="255858">
                  <a:extLst>
                    <a:ext uri="{9D8B030D-6E8A-4147-A177-3AD203B41FA5}">
                      <a16:colId xmlns:a16="http://schemas.microsoft.com/office/drawing/2014/main" val="2212780127"/>
                    </a:ext>
                  </a:extLst>
                </a:gridCol>
              </a:tblGrid>
              <a:tr h="159130"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15592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71D6B1F8-CBC3-9440-9F40-7145094B4115}"/>
              </a:ext>
            </a:extLst>
          </p:cNvPr>
          <p:cNvSpPr txBox="1"/>
          <p:nvPr/>
        </p:nvSpPr>
        <p:spPr>
          <a:xfrm>
            <a:off x="1210381" y="326348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151F4C-DFE4-294B-A076-D38A63919AC5}"/>
              </a:ext>
            </a:extLst>
          </p:cNvPr>
          <p:cNvSpPr txBox="1"/>
          <p:nvPr/>
        </p:nvSpPr>
        <p:spPr>
          <a:xfrm>
            <a:off x="1639211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DBBACD-9B6D-C742-BB4A-8A261322A913}"/>
              </a:ext>
            </a:extLst>
          </p:cNvPr>
          <p:cNvSpPr txBox="1"/>
          <p:nvPr/>
        </p:nvSpPr>
        <p:spPr>
          <a:xfrm>
            <a:off x="4408538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7030A0"/>
                </a:solidFill>
              </a:rPr>
              <a:t>20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BDF2B5-81BE-1E4A-AFBA-659BC6DFCD7F}"/>
              </a:ext>
            </a:extLst>
          </p:cNvPr>
          <p:cNvSpPr txBox="1"/>
          <p:nvPr/>
        </p:nvSpPr>
        <p:spPr>
          <a:xfrm>
            <a:off x="4696746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D4F884-E215-2E47-AEB0-8014232B153E}"/>
              </a:ext>
            </a:extLst>
          </p:cNvPr>
          <p:cNvSpPr txBox="1"/>
          <p:nvPr/>
        </p:nvSpPr>
        <p:spPr>
          <a:xfrm>
            <a:off x="5664369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92D050"/>
                </a:solidFill>
              </a:rPr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98E2EF-6A10-DF46-BADA-8BC0886805FC}"/>
              </a:ext>
            </a:extLst>
          </p:cNvPr>
          <p:cNvSpPr txBox="1"/>
          <p:nvPr/>
        </p:nvSpPr>
        <p:spPr>
          <a:xfrm>
            <a:off x="5141098" y="2918535"/>
            <a:ext cx="500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rs1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F1E8E7-09E7-F44B-B880-6C73B2ED8BF4}"/>
              </a:ext>
            </a:extLst>
          </p:cNvPr>
          <p:cNvSpPr txBox="1"/>
          <p:nvPr/>
        </p:nvSpPr>
        <p:spPr>
          <a:xfrm>
            <a:off x="5958943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022025-235C-4241-AD46-8E9213C3BB80}"/>
              </a:ext>
            </a:extLst>
          </p:cNvPr>
          <p:cNvSpPr txBox="1"/>
          <p:nvPr/>
        </p:nvSpPr>
        <p:spPr>
          <a:xfrm>
            <a:off x="6461162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A4ED77-FFA8-9D40-8536-BB1B032C276D}"/>
              </a:ext>
            </a:extLst>
          </p:cNvPr>
          <p:cNvSpPr txBox="1"/>
          <p:nvPr/>
        </p:nvSpPr>
        <p:spPr>
          <a:xfrm>
            <a:off x="6764479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432FF"/>
                </a:solidFill>
              </a:rPr>
              <a:t>11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051D82-DF88-7349-AB75-6D22C0E75916}"/>
              </a:ext>
            </a:extLst>
          </p:cNvPr>
          <p:cNvSpPr txBox="1"/>
          <p:nvPr/>
        </p:nvSpPr>
        <p:spPr>
          <a:xfrm>
            <a:off x="7820216" y="364197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</a:rPr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20C472-1F70-A248-A590-BDBD34CF2327}"/>
              </a:ext>
            </a:extLst>
          </p:cNvPr>
          <p:cNvSpPr txBox="1"/>
          <p:nvPr/>
        </p:nvSpPr>
        <p:spPr>
          <a:xfrm>
            <a:off x="7257158" y="2918535"/>
            <a:ext cx="40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432FF"/>
                </a:solidFill>
              </a:rPr>
              <a:t>rd</a:t>
            </a:r>
            <a:endParaRPr lang="en-US" sz="2000" dirty="0">
              <a:solidFill>
                <a:srgbClr val="0432FF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382C96-C5F7-2245-9A75-ADC9805A8152}"/>
              </a:ext>
            </a:extLst>
          </p:cNvPr>
          <p:cNvSpPr txBox="1"/>
          <p:nvPr/>
        </p:nvSpPr>
        <p:spPr>
          <a:xfrm>
            <a:off x="8075994" y="364197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3EF4CA-717B-4F47-902C-66CBC9EFC32F}"/>
              </a:ext>
            </a:extLst>
          </p:cNvPr>
          <p:cNvSpPr txBox="1"/>
          <p:nvPr/>
        </p:nvSpPr>
        <p:spPr>
          <a:xfrm>
            <a:off x="9616597" y="364197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3F454A-4B21-3B43-85C1-49FBC2F40332}"/>
              </a:ext>
            </a:extLst>
          </p:cNvPr>
          <p:cNvSpPr txBox="1"/>
          <p:nvPr/>
        </p:nvSpPr>
        <p:spPr>
          <a:xfrm>
            <a:off x="8486053" y="2918535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</a:rPr>
              <a:t>OpCode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A71148-32C5-6E4B-8221-AEC482FCAF67}"/>
              </a:ext>
            </a:extLst>
          </p:cNvPr>
          <p:cNvSpPr txBox="1"/>
          <p:nvPr/>
        </p:nvSpPr>
        <p:spPr>
          <a:xfrm>
            <a:off x="6020617" y="2918535"/>
            <a:ext cx="898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Funct3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370867-DCA2-744E-A171-3568345C7C9C}"/>
              </a:ext>
            </a:extLst>
          </p:cNvPr>
          <p:cNvSpPr txBox="1"/>
          <p:nvPr/>
        </p:nvSpPr>
        <p:spPr>
          <a:xfrm>
            <a:off x="3430288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7030A0"/>
                </a:solidFill>
              </a:rPr>
              <a:t>24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6CB0CC-6302-8446-97B6-294DED50F9A1}"/>
              </a:ext>
            </a:extLst>
          </p:cNvPr>
          <p:cNvSpPr txBox="1"/>
          <p:nvPr/>
        </p:nvSpPr>
        <p:spPr>
          <a:xfrm>
            <a:off x="3954197" y="2918535"/>
            <a:ext cx="500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7030A0"/>
                </a:solidFill>
              </a:rPr>
              <a:t>rs2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B3B667-695C-D14B-942B-B101F8630CDB}"/>
              </a:ext>
            </a:extLst>
          </p:cNvPr>
          <p:cNvSpPr txBox="1"/>
          <p:nvPr/>
        </p:nvSpPr>
        <p:spPr>
          <a:xfrm>
            <a:off x="2216647" y="2918535"/>
            <a:ext cx="898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Funct7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4BBE7D-B63E-914B-84FD-009064D12F99}"/>
              </a:ext>
            </a:extLst>
          </p:cNvPr>
          <p:cNvSpPr txBox="1"/>
          <p:nvPr/>
        </p:nvSpPr>
        <p:spPr>
          <a:xfrm>
            <a:off x="3155654" y="364197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CC2D22-5542-E14F-8CD3-9917AFD07317}"/>
              </a:ext>
            </a:extLst>
          </p:cNvPr>
          <p:cNvSpPr txBox="1"/>
          <p:nvPr/>
        </p:nvSpPr>
        <p:spPr>
          <a:xfrm>
            <a:off x="8343734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3DA56C-5994-2B40-A703-E14A0FA8F9A2}"/>
              </a:ext>
            </a:extLst>
          </p:cNvPr>
          <p:cNvSpPr txBox="1"/>
          <p:nvPr/>
        </p:nvSpPr>
        <p:spPr>
          <a:xfrm>
            <a:off x="8599565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0602A7-6486-7E42-B84E-6A084661A91E}"/>
              </a:ext>
            </a:extLst>
          </p:cNvPr>
          <p:cNvSpPr txBox="1"/>
          <p:nvPr/>
        </p:nvSpPr>
        <p:spPr>
          <a:xfrm>
            <a:off x="9622891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9EE937-6D7C-EF46-8117-B46AE01FB05D}"/>
              </a:ext>
            </a:extLst>
          </p:cNvPr>
          <p:cNvSpPr txBox="1"/>
          <p:nvPr/>
        </p:nvSpPr>
        <p:spPr>
          <a:xfrm>
            <a:off x="9367058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B7B92E-2D1D-2048-968E-6D066B94E0F2}"/>
              </a:ext>
            </a:extLst>
          </p:cNvPr>
          <p:cNvSpPr txBox="1"/>
          <p:nvPr/>
        </p:nvSpPr>
        <p:spPr>
          <a:xfrm>
            <a:off x="8087903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7D8B94-2959-9C4B-B71D-DE8CC59D7B61}"/>
              </a:ext>
            </a:extLst>
          </p:cNvPr>
          <p:cNvSpPr txBox="1"/>
          <p:nvPr/>
        </p:nvSpPr>
        <p:spPr>
          <a:xfrm>
            <a:off x="9111227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38DB7F-08B6-5A45-8B96-55645BF0F2CF}"/>
              </a:ext>
            </a:extLst>
          </p:cNvPr>
          <p:cNvSpPr txBox="1"/>
          <p:nvPr/>
        </p:nvSpPr>
        <p:spPr>
          <a:xfrm>
            <a:off x="8855396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047316-03AA-BC45-97B3-4D08FC5E2596}"/>
              </a:ext>
            </a:extLst>
          </p:cNvPr>
          <p:cNvSpPr txBox="1"/>
          <p:nvPr/>
        </p:nvSpPr>
        <p:spPr>
          <a:xfrm>
            <a:off x="6552917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2C7297-62C7-3C4E-8763-742D09AE574A}"/>
              </a:ext>
            </a:extLst>
          </p:cNvPr>
          <p:cNvSpPr txBox="1"/>
          <p:nvPr/>
        </p:nvSpPr>
        <p:spPr>
          <a:xfrm>
            <a:off x="6297086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1D41BC-0C2F-2D48-9F2C-3439A5E72BE3}"/>
              </a:ext>
            </a:extLst>
          </p:cNvPr>
          <p:cNvSpPr txBox="1"/>
          <p:nvPr/>
        </p:nvSpPr>
        <p:spPr>
          <a:xfrm>
            <a:off x="6041255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041210-0C5A-2444-904F-4CC6A10077D9}"/>
              </a:ext>
            </a:extLst>
          </p:cNvPr>
          <p:cNvSpPr txBox="1"/>
          <p:nvPr/>
        </p:nvSpPr>
        <p:spPr>
          <a:xfrm>
            <a:off x="3227114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A6B914-9863-4A4C-AB68-3A83A570FFFD}"/>
              </a:ext>
            </a:extLst>
          </p:cNvPr>
          <p:cNvSpPr txBox="1"/>
          <p:nvPr/>
        </p:nvSpPr>
        <p:spPr>
          <a:xfrm>
            <a:off x="2971283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4AF8A9-DCC4-EB49-A9B0-928C47918DC0}"/>
              </a:ext>
            </a:extLst>
          </p:cNvPr>
          <p:cNvSpPr txBox="1"/>
          <p:nvPr/>
        </p:nvSpPr>
        <p:spPr>
          <a:xfrm>
            <a:off x="2715452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70BC8F7-2909-3748-8960-F582BDF80DF5}"/>
              </a:ext>
            </a:extLst>
          </p:cNvPr>
          <p:cNvSpPr txBox="1"/>
          <p:nvPr/>
        </p:nvSpPr>
        <p:spPr>
          <a:xfrm>
            <a:off x="2459621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0B83F8-F287-C14E-869D-64EF25AC9430}"/>
              </a:ext>
            </a:extLst>
          </p:cNvPr>
          <p:cNvSpPr txBox="1"/>
          <p:nvPr/>
        </p:nvSpPr>
        <p:spPr>
          <a:xfrm>
            <a:off x="2203790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6DB462C-5364-6542-8439-A901FB864DA6}"/>
              </a:ext>
            </a:extLst>
          </p:cNvPr>
          <p:cNvSpPr txBox="1"/>
          <p:nvPr/>
        </p:nvSpPr>
        <p:spPr>
          <a:xfrm>
            <a:off x="1947959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6088C3-8F95-CF4D-99F4-61AB33293573}"/>
              </a:ext>
            </a:extLst>
          </p:cNvPr>
          <p:cNvSpPr txBox="1"/>
          <p:nvPr/>
        </p:nvSpPr>
        <p:spPr>
          <a:xfrm>
            <a:off x="1692128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B32503-D2DE-164C-9092-78D0421827A2}"/>
              </a:ext>
            </a:extLst>
          </p:cNvPr>
          <p:cNvSpPr txBox="1"/>
          <p:nvPr/>
        </p:nvSpPr>
        <p:spPr>
          <a:xfrm>
            <a:off x="6808748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91AE3C-84C7-8447-9C67-50D3B75AD917}"/>
              </a:ext>
            </a:extLst>
          </p:cNvPr>
          <p:cNvSpPr txBox="1"/>
          <p:nvPr/>
        </p:nvSpPr>
        <p:spPr>
          <a:xfrm>
            <a:off x="7320410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3A6E64F-3FAE-954C-8E18-A59D444384D1}"/>
              </a:ext>
            </a:extLst>
          </p:cNvPr>
          <p:cNvSpPr txBox="1"/>
          <p:nvPr/>
        </p:nvSpPr>
        <p:spPr>
          <a:xfrm>
            <a:off x="7576241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3150C2D-6CD6-BE43-B264-10B54B72476E}"/>
              </a:ext>
            </a:extLst>
          </p:cNvPr>
          <p:cNvSpPr txBox="1"/>
          <p:nvPr/>
        </p:nvSpPr>
        <p:spPr>
          <a:xfrm>
            <a:off x="7832072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4432E1-DB37-0244-A824-C3154FE3BF87}"/>
              </a:ext>
            </a:extLst>
          </p:cNvPr>
          <p:cNvSpPr txBox="1"/>
          <p:nvPr/>
        </p:nvSpPr>
        <p:spPr>
          <a:xfrm>
            <a:off x="7064579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59CE23E-3D99-3949-B166-1374C48FE7F3}"/>
              </a:ext>
            </a:extLst>
          </p:cNvPr>
          <p:cNvSpPr txBox="1"/>
          <p:nvPr/>
        </p:nvSpPr>
        <p:spPr>
          <a:xfrm>
            <a:off x="4762100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A8FE018-8F58-5A47-8F77-4CA38CE59E97}"/>
              </a:ext>
            </a:extLst>
          </p:cNvPr>
          <p:cNvSpPr txBox="1"/>
          <p:nvPr/>
        </p:nvSpPr>
        <p:spPr>
          <a:xfrm>
            <a:off x="5273762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849394E-23B0-C247-9F62-DC89778437C6}"/>
              </a:ext>
            </a:extLst>
          </p:cNvPr>
          <p:cNvSpPr txBox="1"/>
          <p:nvPr/>
        </p:nvSpPr>
        <p:spPr>
          <a:xfrm>
            <a:off x="5529593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88DD3C0-9562-9848-AC87-E4F9250BA694}"/>
              </a:ext>
            </a:extLst>
          </p:cNvPr>
          <p:cNvSpPr txBox="1"/>
          <p:nvPr/>
        </p:nvSpPr>
        <p:spPr>
          <a:xfrm>
            <a:off x="5017931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CFA257C-D3E1-E642-A62F-320781F5F4D8}"/>
              </a:ext>
            </a:extLst>
          </p:cNvPr>
          <p:cNvSpPr txBox="1"/>
          <p:nvPr/>
        </p:nvSpPr>
        <p:spPr>
          <a:xfrm>
            <a:off x="5785424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E56FD41-8CF7-1E44-BB94-EED9F3BC1CC2}"/>
              </a:ext>
            </a:extLst>
          </p:cNvPr>
          <p:cNvSpPr txBox="1"/>
          <p:nvPr/>
        </p:nvSpPr>
        <p:spPr>
          <a:xfrm>
            <a:off x="3738776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11B9E17-3DD8-FB4D-B0EC-F50D0EF461C7}"/>
              </a:ext>
            </a:extLst>
          </p:cNvPr>
          <p:cNvSpPr txBox="1"/>
          <p:nvPr/>
        </p:nvSpPr>
        <p:spPr>
          <a:xfrm>
            <a:off x="3994607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AC3AABE-28BE-A74E-B45D-9F1EC909F596}"/>
              </a:ext>
            </a:extLst>
          </p:cNvPr>
          <p:cNvSpPr txBox="1"/>
          <p:nvPr/>
        </p:nvSpPr>
        <p:spPr>
          <a:xfrm>
            <a:off x="4506269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95AA2B4-276B-784D-BF9E-B9E6DCB707DB}"/>
              </a:ext>
            </a:extLst>
          </p:cNvPr>
          <p:cNvSpPr txBox="1"/>
          <p:nvPr/>
        </p:nvSpPr>
        <p:spPr>
          <a:xfrm>
            <a:off x="4250438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69CFB11-0107-3F4D-A98D-78284EA41107}"/>
              </a:ext>
            </a:extLst>
          </p:cNvPr>
          <p:cNvSpPr txBox="1"/>
          <p:nvPr/>
        </p:nvSpPr>
        <p:spPr>
          <a:xfrm>
            <a:off x="3482945" y="3295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8AB6C1-945F-E648-A217-6D8A76A93518}"/>
              </a:ext>
            </a:extLst>
          </p:cNvPr>
          <p:cNvSpPr txBox="1"/>
          <p:nvPr/>
        </p:nvSpPr>
        <p:spPr>
          <a:xfrm>
            <a:off x="2006930" y="4034471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0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1706E30-3909-1840-AFFB-A32F8803D98D}"/>
              </a:ext>
            </a:extLst>
          </p:cNvPr>
          <p:cNvSpPr txBox="1"/>
          <p:nvPr/>
        </p:nvSpPr>
        <p:spPr>
          <a:xfrm>
            <a:off x="3030073" y="4034471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B246C68-DFCE-BE48-8B40-F2196E4FF7E5}"/>
              </a:ext>
            </a:extLst>
          </p:cNvPr>
          <p:cNvSpPr txBox="1"/>
          <p:nvPr/>
        </p:nvSpPr>
        <p:spPr>
          <a:xfrm>
            <a:off x="4053216" y="4034471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2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845E11D-1274-F448-A918-6629AE234D73}"/>
              </a:ext>
            </a:extLst>
          </p:cNvPr>
          <p:cNvSpPr txBox="1"/>
          <p:nvPr/>
        </p:nvSpPr>
        <p:spPr>
          <a:xfrm>
            <a:off x="5076359" y="4034471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4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6FDE52C-4CAE-F248-9A38-9FE25A17D94D}"/>
              </a:ext>
            </a:extLst>
          </p:cNvPr>
          <p:cNvSpPr txBox="1"/>
          <p:nvPr/>
        </p:nvSpPr>
        <p:spPr>
          <a:xfrm>
            <a:off x="6099502" y="4034471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BAE8A65-8DE1-D14F-9474-F82951623EEC}"/>
              </a:ext>
            </a:extLst>
          </p:cNvPr>
          <p:cNvSpPr txBox="1"/>
          <p:nvPr/>
        </p:nvSpPr>
        <p:spPr>
          <a:xfrm>
            <a:off x="7122645" y="4034471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3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B5D95BF-FC84-B346-B3B7-B6CFE648DD39}"/>
              </a:ext>
            </a:extLst>
          </p:cNvPr>
          <p:cNvSpPr txBox="1"/>
          <p:nvPr/>
        </p:nvSpPr>
        <p:spPr>
          <a:xfrm>
            <a:off x="8145788" y="4034471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3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D3D818A-2D61-E549-BADA-61A2493D0F48}"/>
              </a:ext>
            </a:extLst>
          </p:cNvPr>
          <p:cNvSpPr txBox="1"/>
          <p:nvPr/>
        </p:nvSpPr>
        <p:spPr>
          <a:xfrm>
            <a:off x="9168932" y="4034471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D05EE3C-ACBD-1149-92A4-9B4DA8767EF1}"/>
              </a:ext>
            </a:extLst>
          </p:cNvPr>
          <p:cNvSpPr txBox="1"/>
          <p:nvPr/>
        </p:nvSpPr>
        <p:spPr>
          <a:xfrm>
            <a:off x="4850976" y="4619605"/>
            <a:ext cx="2332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0x01248333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E5BA2A8-F962-1C4D-B349-DAA5800801DC}"/>
              </a:ext>
            </a:extLst>
          </p:cNvPr>
          <p:cNvCxnSpPr>
            <a:cxnSpLocks/>
          </p:cNvCxnSpPr>
          <p:nvPr/>
        </p:nvCxnSpPr>
        <p:spPr>
          <a:xfrm>
            <a:off x="4774131" y="2026458"/>
            <a:ext cx="1267124" cy="892077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768D2DE-EE3D-A543-9415-17C9582802E5}"/>
              </a:ext>
            </a:extLst>
          </p:cNvPr>
          <p:cNvCxnSpPr>
            <a:cxnSpLocks/>
          </p:cNvCxnSpPr>
          <p:nvPr/>
        </p:nvCxnSpPr>
        <p:spPr>
          <a:xfrm flipH="1">
            <a:off x="2971283" y="2026458"/>
            <a:ext cx="1790817" cy="892077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2A87FF9-DE7C-B546-B7B7-AD9FC91C1CC4}"/>
              </a:ext>
            </a:extLst>
          </p:cNvPr>
          <p:cNvCxnSpPr>
            <a:cxnSpLocks/>
          </p:cNvCxnSpPr>
          <p:nvPr/>
        </p:nvCxnSpPr>
        <p:spPr>
          <a:xfrm>
            <a:off x="2733114" y="3280060"/>
            <a:ext cx="0" cy="430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5C905CD-5EF0-A944-A99C-29A70EB5DF95}"/>
              </a:ext>
            </a:extLst>
          </p:cNvPr>
          <p:cNvCxnSpPr>
            <a:cxnSpLocks/>
          </p:cNvCxnSpPr>
          <p:nvPr/>
        </p:nvCxnSpPr>
        <p:spPr>
          <a:xfrm>
            <a:off x="3757444" y="3280060"/>
            <a:ext cx="0" cy="430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2043485-762B-8B45-B562-C6222C5C8537}"/>
              </a:ext>
            </a:extLst>
          </p:cNvPr>
          <p:cNvCxnSpPr>
            <a:cxnSpLocks/>
          </p:cNvCxnSpPr>
          <p:nvPr/>
        </p:nvCxnSpPr>
        <p:spPr>
          <a:xfrm>
            <a:off x="4781774" y="3280060"/>
            <a:ext cx="0" cy="430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DFBFE54-5F93-3241-BDDA-9F44D96684C5}"/>
              </a:ext>
            </a:extLst>
          </p:cNvPr>
          <p:cNvCxnSpPr>
            <a:cxnSpLocks/>
          </p:cNvCxnSpPr>
          <p:nvPr/>
        </p:nvCxnSpPr>
        <p:spPr>
          <a:xfrm>
            <a:off x="5806104" y="3280060"/>
            <a:ext cx="0" cy="430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7F73CC3-346F-F146-BC4F-FCDBC8FACEAC}"/>
              </a:ext>
            </a:extLst>
          </p:cNvPr>
          <p:cNvCxnSpPr>
            <a:cxnSpLocks/>
          </p:cNvCxnSpPr>
          <p:nvPr/>
        </p:nvCxnSpPr>
        <p:spPr>
          <a:xfrm>
            <a:off x="6830434" y="3280060"/>
            <a:ext cx="0" cy="430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3697AEA-17E2-D444-8040-1BD09BCA8147}"/>
              </a:ext>
            </a:extLst>
          </p:cNvPr>
          <p:cNvCxnSpPr>
            <a:cxnSpLocks/>
          </p:cNvCxnSpPr>
          <p:nvPr/>
        </p:nvCxnSpPr>
        <p:spPr>
          <a:xfrm>
            <a:off x="7854764" y="3280060"/>
            <a:ext cx="0" cy="430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8FE5EB1-3EA8-2140-A364-3AA923CD1266}"/>
              </a:ext>
            </a:extLst>
          </p:cNvPr>
          <p:cNvCxnSpPr>
            <a:cxnSpLocks/>
          </p:cNvCxnSpPr>
          <p:nvPr/>
        </p:nvCxnSpPr>
        <p:spPr>
          <a:xfrm>
            <a:off x="8879096" y="3280060"/>
            <a:ext cx="0" cy="430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8ECA86C-5EC0-8B4B-8D63-E5EE0FF2D263}"/>
              </a:ext>
            </a:extLst>
          </p:cNvPr>
          <p:cNvSpPr/>
          <p:nvPr/>
        </p:nvSpPr>
        <p:spPr>
          <a:xfrm>
            <a:off x="6141986" y="1250633"/>
            <a:ext cx="829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  <a:latin typeface="Courier" pitchFamily="2" charset="0"/>
              </a:rPr>
              <a:t>x9</a:t>
            </a:r>
            <a:r>
              <a:rPr lang="en-US" sz="2800" dirty="0">
                <a:latin typeface="Courier" pitchFamily="2" charset="0"/>
              </a:rPr>
              <a:t>,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10359B-A7FE-D044-91C1-499B17C0A0F8}"/>
              </a:ext>
            </a:extLst>
          </p:cNvPr>
          <p:cNvSpPr/>
          <p:nvPr/>
        </p:nvSpPr>
        <p:spPr>
          <a:xfrm>
            <a:off x="6965415" y="1250633"/>
            <a:ext cx="829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Courier" pitchFamily="2" charset="0"/>
              </a:rPr>
              <a:t>x18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1CA901-8E88-ED49-94BE-FF4318B5F17A}"/>
              </a:ext>
            </a:extLst>
          </p:cNvPr>
          <p:cNvSpPr/>
          <p:nvPr/>
        </p:nvSpPr>
        <p:spPr>
          <a:xfrm>
            <a:off x="5310104" y="1250633"/>
            <a:ext cx="829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432FF"/>
                </a:solidFill>
                <a:latin typeface="Courier" pitchFamily="2" charset="0"/>
              </a:rPr>
              <a:t>x6</a:t>
            </a:r>
            <a:r>
              <a:rPr lang="en-US" sz="2800" dirty="0">
                <a:latin typeface="Courier" pitchFamily="2" charset="0"/>
              </a:rPr>
              <a:t>,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4315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03977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sp>
        <p:nvSpPr>
          <p:cNvPr id="261" name="Triangle 260">
            <a:extLst>
              <a:ext uri="{FF2B5EF4-FFF2-40B4-BE49-F238E27FC236}">
                <a16:creationId xmlns:a16="http://schemas.microsoft.com/office/drawing/2014/main" id="{FBF0CA8D-5878-0D48-8ECD-2C68B5D3F8AD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913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46173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421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1355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2DDE29B3-F997-2342-8578-3B9AB9FF017B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E1D2C83A-FFE0-DB4C-B737-AA0C78EA344B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8841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813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D13EC8CA-AB57-4B46-856B-2F21BF241599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2C7744B8-1786-0941-8FF6-212FC7433DE7}"/>
              </a:ext>
            </a:extLst>
          </p:cNvPr>
          <p:cNvSpPr>
            <a:spLocks noChangeAspect="1"/>
          </p:cNvSpPr>
          <p:nvPr/>
        </p:nvSpPr>
        <p:spPr>
          <a:xfrm>
            <a:off x="3489392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ED720C6C-6A4A-6940-A136-BAF11D1119CE}"/>
              </a:ext>
            </a:extLst>
          </p:cNvPr>
          <p:cNvSpPr>
            <a:spLocks noChangeAspect="1"/>
          </p:cNvSpPr>
          <p:nvPr/>
        </p:nvSpPr>
        <p:spPr>
          <a:xfrm>
            <a:off x="3489392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61B50486-1598-C145-9EDC-75E5B75AC792}"/>
              </a:ext>
            </a:extLst>
          </p:cNvPr>
          <p:cNvCxnSpPr>
            <a:cxnSpLocks/>
          </p:cNvCxnSpPr>
          <p:nvPr/>
        </p:nvCxnSpPr>
        <p:spPr>
          <a:xfrm>
            <a:off x="3535112" y="1451326"/>
            <a:ext cx="0" cy="23832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19365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C643FF9D-1F7B-2A49-92A0-34FFDDE283D0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813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2B2F155D-DD2D-E64D-86DD-E0588136BEC5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2CF64BE1-84BC-194B-989B-8920FE15CF6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1CB4FB14-32C7-1C42-A979-36E54DB945D9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10623178-F871-1042-878F-7B0C1B3F204B}"/>
              </a:ext>
            </a:extLst>
          </p:cNvPr>
          <p:cNvSpPr>
            <a:spLocks noChangeAspect="1"/>
          </p:cNvSpPr>
          <p:nvPr/>
        </p:nvSpPr>
        <p:spPr>
          <a:xfrm>
            <a:off x="3489392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7CFAC129-CF0B-8A44-83F1-7D3215B224D1}"/>
              </a:ext>
            </a:extLst>
          </p:cNvPr>
          <p:cNvSpPr>
            <a:spLocks noChangeAspect="1"/>
          </p:cNvSpPr>
          <p:nvPr/>
        </p:nvSpPr>
        <p:spPr>
          <a:xfrm>
            <a:off x="3489392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D16AA274-32DB-064B-8D39-AE673BCFAEBA}"/>
              </a:ext>
            </a:extLst>
          </p:cNvPr>
          <p:cNvCxnSpPr>
            <a:cxnSpLocks/>
          </p:cNvCxnSpPr>
          <p:nvPr/>
        </p:nvCxnSpPr>
        <p:spPr>
          <a:xfrm>
            <a:off x="3535112" y="1451326"/>
            <a:ext cx="0" cy="23832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38262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0B4A195-6B4E-E347-B41B-A7A1D0DA4C25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813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26B50534-AD29-1443-BDF0-F957B57006C2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B1CB0031-27BF-E94A-9F65-1CDE0B1529B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CCA64BF8-D146-554E-8C38-4B149B5D5230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DE1B3FF1-E548-5642-B921-A1B808BB6BDC}"/>
              </a:ext>
            </a:extLst>
          </p:cNvPr>
          <p:cNvSpPr>
            <a:spLocks noChangeAspect="1"/>
          </p:cNvSpPr>
          <p:nvPr/>
        </p:nvSpPr>
        <p:spPr>
          <a:xfrm>
            <a:off x="3489392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59278200-FBCA-364E-A713-3891B89DE3B5}"/>
              </a:ext>
            </a:extLst>
          </p:cNvPr>
          <p:cNvSpPr>
            <a:spLocks noChangeAspect="1"/>
          </p:cNvSpPr>
          <p:nvPr/>
        </p:nvSpPr>
        <p:spPr>
          <a:xfrm>
            <a:off x="3489392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A0DF2DC7-2766-1D49-9278-72F11EBADAD6}"/>
              </a:ext>
            </a:extLst>
          </p:cNvPr>
          <p:cNvCxnSpPr>
            <a:cxnSpLocks/>
          </p:cNvCxnSpPr>
          <p:nvPr/>
        </p:nvCxnSpPr>
        <p:spPr>
          <a:xfrm>
            <a:off x="3535112" y="1451326"/>
            <a:ext cx="0" cy="23832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93003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BAEA68AE-6706-DF4A-9F55-07F22BAAF46D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813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174C4337-BAD5-AE46-A91B-7996AACD65F9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927285D0-94CD-DB49-BF26-CA8A13198D9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DF6A5B44-A5F7-2C48-84BD-434061625735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44F7D47-4880-DD4D-9507-5FE3A92C6B11}"/>
              </a:ext>
            </a:extLst>
          </p:cNvPr>
          <p:cNvSpPr>
            <a:spLocks noChangeAspect="1"/>
          </p:cNvSpPr>
          <p:nvPr/>
        </p:nvSpPr>
        <p:spPr>
          <a:xfrm>
            <a:off x="3489392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DEB72730-E0B5-E849-AD27-7B5F9ACB53A8}"/>
              </a:ext>
            </a:extLst>
          </p:cNvPr>
          <p:cNvSpPr>
            <a:spLocks noChangeAspect="1"/>
          </p:cNvSpPr>
          <p:nvPr/>
        </p:nvSpPr>
        <p:spPr>
          <a:xfrm>
            <a:off x="3489392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C3710AB7-3C5E-FD41-BA74-A8300BBEF077}"/>
              </a:ext>
            </a:extLst>
          </p:cNvPr>
          <p:cNvSpPr>
            <a:spLocks noChangeAspect="1"/>
          </p:cNvSpPr>
          <p:nvPr/>
        </p:nvSpPr>
        <p:spPr>
          <a:xfrm>
            <a:off x="3489392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8588EC22-7BE1-D141-B343-6B2BD569D94A}"/>
              </a:ext>
            </a:extLst>
          </p:cNvPr>
          <p:cNvSpPr>
            <a:spLocks noChangeAspect="1"/>
          </p:cNvSpPr>
          <p:nvPr/>
        </p:nvSpPr>
        <p:spPr>
          <a:xfrm>
            <a:off x="3489392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31AD7F13-C569-7148-8688-CE28E7674438}"/>
              </a:ext>
            </a:extLst>
          </p:cNvPr>
          <p:cNvCxnSpPr>
            <a:cxnSpLocks/>
          </p:cNvCxnSpPr>
          <p:nvPr/>
        </p:nvCxnSpPr>
        <p:spPr>
          <a:xfrm>
            <a:off x="3535112" y="1451326"/>
            <a:ext cx="0" cy="23832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43895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1503B6FC-86F5-8C4E-B406-B93B3138EE90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813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A9A4A99C-710D-654C-AFBA-11E414DEC8DA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FB039863-E3B2-6F48-93AA-9ACDA2C70F3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95852599-0030-A047-9602-BE16DA618FE1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CDC71962-2E5B-A144-B619-A4E83BA3B871}"/>
              </a:ext>
            </a:extLst>
          </p:cNvPr>
          <p:cNvSpPr>
            <a:spLocks noChangeAspect="1"/>
          </p:cNvSpPr>
          <p:nvPr/>
        </p:nvSpPr>
        <p:spPr>
          <a:xfrm>
            <a:off x="3489392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5F1EA0C3-F1E2-8840-9EA6-7857EF2987D4}"/>
              </a:ext>
            </a:extLst>
          </p:cNvPr>
          <p:cNvSpPr>
            <a:spLocks noChangeAspect="1"/>
          </p:cNvSpPr>
          <p:nvPr/>
        </p:nvSpPr>
        <p:spPr>
          <a:xfrm>
            <a:off x="3489392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AD1B9EBC-7017-D645-922A-6FBC2523CCB9}"/>
              </a:ext>
            </a:extLst>
          </p:cNvPr>
          <p:cNvSpPr>
            <a:spLocks noChangeAspect="1"/>
          </p:cNvSpPr>
          <p:nvPr/>
        </p:nvSpPr>
        <p:spPr>
          <a:xfrm>
            <a:off x="3489392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B54557B3-8631-C245-A0DF-E36822953931}"/>
              </a:ext>
            </a:extLst>
          </p:cNvPr>
          <p:cNvSpPr>
            <a:spLocks noChangeAspect="1"/>
          </p:cNvSpPr>
          <p:nvPr/>
        </p:nvSpPr>
        <p:spPr>
          <a:xfrm>
            <a:off x="3489392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46B6F2D5-32DC-8149-AD79-23C34F287C31}"/>
              </a:ext>
            </a:extLst>
          </p:cNvPr>
          <p:cNvCxnSpPr>
            <a:cxnSpLocks/>
          </p:cNvCxnSpPr>
          <p:nvPr/>
        </p:nvCxnSpPr>
        <p:spPr>
          <a:xfrm>
            <a:off x="3535112" y="1451326"/>
            <a:ext cx="0" cy="23832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59335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F07117A3-6B01-D14F-AA85-589024BD6E1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813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E658A097-D703-F742-BBC8-BD7797E33232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31D59FAE-06F3-3944-92D0-6B91E37B589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TextBox 371">
            <a:extLst>
              <a:ext uri="{FF2B5EF4-FFF2-40B4-BE49-F238E27FC236}">
                <a16:creationId xmlns:a16="http://schemas.microsoft.com/office/drawing/2014/main" id="{2A1C3512-203F-9348-8007-B29C4B3E1F5C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0D888377-2961-BF4D-9071-9F8B02057B3D}"/>
              </a:ext>
            </a:extLst>
          </p:cNvPr>
          <p:cNvSpPr>
            <a:spLocks noChangeAspect="1"/>
          </p:cNvSpPr>
          <p:nvPr/>
        </p:nvSpPr>
        <p:spPr>
          <a:xfrm>
            <a:off x="3489392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C4B92470-5122-7A47-B4F9-12A91C8FED42}"/>
              </a:ext>
            </a:extLst>
          </p:cNvPr>
          <p:cNvSpPr>
            <a:spLocks noChangeAspect="1"/>
          </p:cNvSpPr>
          <p:nvPr/>
        </p:nvSpPr>
        <p:spPr>
          <a:xfrm>
            <a:off x="3489392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2411922F-BAA5-DC4D-A605-BC5A8197E717}"/>
              </a:ext>
            </a:extLst>
          </p:cNvPr>
          <p:cNvSpPr>
            <a:spLocks noChangeAspect="1"/>
          </p:cNvSpPr>
          <p:nvPr/>
        </p:nvSpPr>
        <p:spPr>
          <a:xfrm>
            <a:off x="3489392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12CEFBBB-71AF-6347-8FC2-AB381AA48E89}"/>
              </a:ext>
            </a:extLst>
          </p:cNvPr>
          <p:cNvSpPr>
            <a:spLocks noChangeAspect="1"/>
          </p:cNvSpPr>
          <p:nvPr/>
        </p:nvSpPr>
        <p:spPr>
          <a:xfrm>
            <a:off x="3489392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5F2DC17C-2177-DD42-AF21-4AC613AB10AB}"/>
              </a:ext>
            </a:extLst>
          </p:cNvPr>
          <p:cNvCxnSpPr>
            <a:cxnSpLocks/>
          </p:cNvCxnSpPr>
          <p:nvPr/>
        </p:nvCxnSpPr>
        <p:spPr>
          <a:xfrm>
            <a:off x="3535112" y="1451326"/>
            <a:ext cx="0" cy="23832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4158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AC33445C-D9C4-0448-995D-D4B58902BC55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813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C0B454D2-C06F-FB46-A194-9CC66F81D74B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8C20D3BD-1886-E24D-B385-E0FEB70C8F0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CC509F2F-1915-EC4F-ADBB-FFE34146D003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285C43E0-65C8-7041-99BB-B0F706C42F7F}"/>
              </a:ext>
            </a:extLst>
          </p:cNvPr>
          <p:cNvSpPr>
            <a:spLocks noChangeAspect="1"/>
          </p:cNvSpPr>
          <p:nvPr/>
        </p:nvSpPr>
        <p:spPr>
          <a:xfrm>
            <a:off x="3489392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8F9F9AF-97D3-0246-8FBA-BBC052996B9E}"/>
              </a:ext>
            </a:extLst>
          </p:cNvPr>
          <p:cNvSpPr>
            <a:spLocks noChangeAspect="1"/>
          </p:cNvSpPr>
          <p:nvPr/>
        </p:nvSpPr>
        <p:spPr>
          <a:xfrm>
            <a:off x="3489392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7ABB315D-F1CD-334B-B141-7880264D38A9}"/>
              </a:ext>
            </a:extLst>
          </p:cNvPr>
          <p:cNvSpPr>
            <a:spLocks noChangeAspect="1"/>
          </p:cNvSpPr>
          <p:nvPr/>
        </p:nvSpPr>
        <p:spPr>
          <a:xfrm>
            <a:off x="3489392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2201EAB7-BC10-FA48-A72C-4C8B70778F28}"/>
              </a:ext>
            </a:extLst>
          </p:cNvPr>
          <p:cNvSpPr>
            <a:spLocks noChangeAspect="1"/>
          </p:cNvSpPr>
          <p:nvPr/>
        </p:nvSpPr>
        <p:spPr>
          <a:xfrm>
            <a:off x="3489392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8ABD04D5-45D9-9043-AD4E-9A74726D03A8}"/>
              </a:ext>
            </a:extLst>
          </p:cNvPr>
          <p:cNvCxnSpPr>
            <a:cxnSpLocks/>
          </p:cNvCxnSpPr>
          <p:nvPr/>
        </p:nvCxnSpPr>
        <p:spPr>
          <a:xfrm>
            <a:off x="3535112" y="1451326"/>
            <a:ext cx="0" cy="23832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91276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A3F4C60F-FDCD-8445-9D1B-49BBE0F54854}"/>
              </a:ext>
            </a:extLst>
          </p:cNvPr>
          <p:cNvSpPr>
            <a:spLocks noChangeAspect="1"/>
          </p:cNvSpPr>
          <p:nvPr/>
        </p:nvSpPr>
        <p:spPr>
          <a:xfrm>
            <a:off x="3489392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833A006B-7747-134B-BD7C-97ADAE6D43CC}"/>
              </a:ext>
            </a:extLst>
          </p:cNvPr>
          <p:cNvSpPr>
            <a:spLocks noChangeAspect="1"/>
          </p:cNvSpPr>
          <p:nvPr/>
        </p:nvSpPr>
        <p:spPr>
          <a:xfrm>
            <a:off x="3489392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51D2A868-3A25-A544-A846-D401C56772F4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813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D68F0B61-7E1E-7D49-A5F0-9ECFDE389FF0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CBF2A589-3B54-834C-912B-C1E8618F7BD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>
            <a:extLst>
              <a:ext uri="{FF2B5EF4-FFF2-40B4-BE49-F238E27FC236}">
                <a16:creationId xmlns:a16="http://schemas.microsoft.com/office/drawing/2014/main" id="{1F791626-AF04-A14B-9923-05A0CED9790C}"/>
              </a:ext>
            </a:extLst>
          </p:cNvPr>
          <p:cNvSpPr>
            <a:spLocks noChangeAspect="1"/>
          </p:cNvSpPr>
          <p:nvPr/>
        </p:nvSpPr>
        <p:spPr>
          <a:xfrm>
            <a:off x="3489392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7E43136F-75B6-C34C-AD6C-0FC8B8629F07}"/>
              </a:ext>
            </a:extLst>
          </p:cNvPr>
          <p:cNvSpPr>
            <a:spLocks noChangeAspect="1"/>
          </p:cNvSpPr>
          <p:nvPr/>
        </p:nvSpPr>
        <p:spPr>
          <a:xfrm>
            <a:off x="3489392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65A3040-570B-B842-B0DD-2D90684CDF23}"/>
              </a:ext>
            </a:extLst>
          </p:cNvPr>
          <p:cNvCxnSpPr>
            <a:cxnSpLocks/>
          </p:cNvCxnSpPr>
          <p:nvPr/>
        </p:nvCxnSpPr>
        <p:spPr>
          <a:xfrm>
            <a:off x="3535112" y="1451326"/>
            <a:ext cx="0" cy="23832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EF5B7BAF-8146-8A45-B2E0-3B924BDC6AC7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7496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89620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1060" y="2792067"/>
            <a:ext cx="1380088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89620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81060" y="3134372"/>
            <a:ext cx="1380088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9620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9620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9620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534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5340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26366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25514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80168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59231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373F786-D9DD-5D48-A328-EEC0CEF83867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7B24D9F-9B04-2D48-A250-B41132C12568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5344144-82B2-8A4D-833F-DF912E3B7283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7668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39C28C9-6B6A-854D-8E86-FE34A380E660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AB9DD52-2168-B143-9953-C87AC6D9B8A1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A3837F9-D957-F14B-A130-220C237BF788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9372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086B64C4-E986-EC45-B025-387882F27A10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F832CC2-5895-4747-8866-66D0F29AFF9B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64CC84F-C95D-AE4E-B6D5-2143B4629B7F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5778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FA86EB1-C502-1B49-AF87-92BE1707BBCB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63D6F16-E6EC-B744-8D90-BA3AF8B634F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7E908E0-8E44-CB48-AD27-6EF222ED36F4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9471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14EFEA9E-EEDF-E146-A633-56D885FC688D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E7814FC-F1EC-A849-B8E4-BDEDF7DB70FA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76269B4-AEC9-7843-9B70-1460C50BEB8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589EC4A-2149-4B4C-8B19-8E6C9F9F1C15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8339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22300A73-6BCF-F646-8ED1-2C5D8D6C3437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B8A4B62-D8ED-2E46-A8D3-DCDA8D7A2FF1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0B8F77D-4225-2B41-8E45-DC4E3414C93F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4DCC5B3-899B-1E41-A375-F08F25F1E9E4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1093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916D1F71-C943-B245-B5F2-988DD98879D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E843A49-1D15-5544-890A-30C4B0D39B0B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17E6591-2655-9540-B1AB-DECC70BF0E06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9FA620F-F02A-CF42-9118-752643CC6339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3652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F5052055-00AB-6049-9215-3588477F4C31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3FF822D-DBF0-4344-B1B9-AB6D0E784746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B7ADCAE-A771-064B-8728-D405F55BAA31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4DB505A-2A99-C84F-8487-E04D0675BD88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6620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FC1D01E2-CBC2-1744-83AC-A4AC65D7693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EDA8F3D-BC26-D44E-B70B-220A1F2C6706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21C9E24-21CC-7E44-83F9-9DF5B8C1AFC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59FFEE6-A618-2847-9672-82C43962F3FF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5A8F9A6-F61E-3F4B-AEFB-5FF1F2037A38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5A8F9A6-F61E-3F4B-AEFB-5FF1F2037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BF2CEF0-A082-2D40-9AE5-2AD8D213AAAC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BF2CEF0-A082-2D40-9AE5-2AD8D213A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669EF1B9-32A5-084B-8865-A24EC41D264A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669EF1B9-32A5-084B-8865-A24EC41D2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576F4D8-1846-2744-8A77-503A5868DF4F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576F4D8-1846-2744-8A77-503A5868D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Box 147">
            <a:extLst>
              <a:ext uri="{FF2B5EF4-FFF2-40B4-BE49-F238E27FC236}">
                <a16:creationId xmlns:a16="http://schemas.microsoft.com/office/drawing/2014/main" id="{D2F15BA2-EF6F-A946-9E6B-7B13885B62E4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E76F7D9D-8B05-3B40-BC31-721A5F291FE3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E76F7D9D-8B05-3B40-BC31-721A5F291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Rectangle 149">
            <a:extLst>
              <a:ext uri="{FF2B5EF4-FFF2-40B4-BE49-F238E27FC236}">
                <a16:creationId xmlns:a16="http://schemas.microsoft.com/office/drawing/2014/main" id="{6FC6EC66-16BB-8A43-91A5-0A987B62B506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308C4D0-736B-3F47-BEEC-21AFB92EF72F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8E5131A-34F2-5444-BEF9-4139708F3DF3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8E5131A-34F2-5444-BEF9-4139708F3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79A7FA9F-2A2A-C44D-92DD-0F3399BCEC48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79A7FA9F-2A2A-C44D-92DD-0F3399BCE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0E9FFF01-DA7D-224A-9AC5-F417BC2199D0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0E9FFF01-DA7D-224A-9AC5-F417BC219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A4496B7-CF38-6142-B675-0A714DBD3901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A4496B7-CF38-6142-B675-0A714DBD3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3BE2D932-F08D-9141-86FE-E826A8D2B693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3BE2D932-F08D-9141-86FE-E826A8D2B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00494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1AB23C51-D45E-154C-BD73-F1316B5562D5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CC1C347-E6A5-314E-A22E-AC81F5A845FA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83A62C7-F340-0B4F-95DE-BB7EDC735DF9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207A93B-F069-5A43-B62F-69B624ABFAF6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554B852-EE57-E941-A77D-53AEDE503FD9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554B852-EE57-E941-A77D-53AEDE503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5B1DF2A-CC12-804D-A143-4FBCAD55809E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5B1DF2A-CC12-804D-A143-4FBCAD558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EF9EDD8-1AD1-0B48-A79F-1A377B981F9D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EF9EDD8-1AD1-0B48-A79F-1A377B981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AD8CD0D-8960-B549-A875-558C180FEF8A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AD8CD0D-8960-B549-A875-558C180FE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4E4BEAB1-D7A3-FD44-AAA5-4EE401E99232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4760D6F9-2322-A244-92FE-E9F9F5B32CAD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4760D6F9-2322-A244-92FE-E9F9F5B32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Rectangle 154">
            <a:extLst>
              <a:ext uri="{FF2B5EF4-FFF2-40B4-BE49-F238E27FC236}">
                <a16:creationId xmlns:a16="http://schemas.microsoft.com/office/drawing/2014/main" id="{2C1EDDEE-2A80-C343-B50D-4DC51BCBE942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AC1028B-84AF-1C43-8E4B-64DCF86919F4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6A8C07C1-9E97-9549-9943-46D17E05784A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6A8C07C1-9E97-9549-9943-46D17E057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8624CF3-C005-2241-A9C6-4B52B1B07D35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8624CF3-C005-2241-A9C6-4B52B1B07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55F539E-4903-4A49-8D8D-36D12A79906A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55F539E-4903-4A49-8D8D-36D12A799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BD200D1-022D-DC46-BDF2-3B37D1814B71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BD200D1-022D-DC46-BDF2-3B37D1814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5A48D72F-66DA-4348-91F7-45FE9E26222A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5A48D72F-66DA-4348-91F7-45FE9E262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93645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sp>
        <p:nvSpPr>
          <p:cNvPr id="151" name="Oval 150">
            <a:extLst>
              <a:ext uri="{FF2B5EF4-FFF2-40B4-BE49-F238E27FC236}">
                <a16:creationId xmlns:a16="http://schemas.microsoft.com/office/drawing/2014/main" id="{3B3165A2-171C-2A44-B588-267AED1C9E98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6A8D05A-18F1-EC4D-A196-4EF7ADA7C1E5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D6E5C42-24F1-E749-9E87-3A53E31B48A2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EEB3A01-3D63-4149-A5B1-CE0A4795A6A0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AFA00C2-5DAC-3D41-ABAC-51BE680F7EBB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AFA00C2-5DAC-3D41-ABAC-51BE680F7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87FE305-C341-1549-B655-562154ABDC58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87FE305-C341-1549-B655-562154ABD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43A6E09-70F9-AF40-8BBF-E61E4671D9E8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43A6E09-70F9-AF40-8BBF-E61E4671D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E1F5CE0-B4BB-CF42-8031-14826DD84C35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E1F5CE0-B4BB-CF42-8031-14826DD84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TextBox 158">
            <a:extLst>
              <a:ext uri="{FF2B5EF4-FFF2-40B4-BE49-F238E27FC236}">
                <a16:creationId xmlns:a16="http://schemas.microsoft.com/office/drawing/2014/main" id="{6AD94B66-8C54-EE4A-8EA4-E5CA3DC5AEE0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D893D22-93C9-DF4F-AAEA-2412BF110FF5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D893D22-93C9-DF4F-AAEA-2412BF110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Rectangle 160">
            <a:extLst>
              <a:ext uri="{FF2B5EF4-FFF2-40B4-BE49-F238E27FC236}">
                <a16:creationId xmlns:a16="http://schemas.microsoft.com/office/drawing/2014/main" id="{2FF0CB9D-5708-FB46-81BC-793A47FEC179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24FEBA5-5D81-B64E-9993-1C4C398EE5A5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1963EFF3-7F2A-7E45-95C9-06D58D4D7834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1963EFF3-7F2A-7E45-95C9-06D58D4D7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E5C5872-FF5D-6845-B9A9-1ED88EA5572B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E5C5872-FF5D-6845-B9A9-1ED88EA55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75C36D9-1F07-2446-AADF-2AC4A8A5808F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75C36D9-1F07-2446-AADF-2AC4A8A58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09E7F4E-2175-7447-B135-2EF7DC0E5A26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09E7F4E-2175-7447-B135-2EF7DC0E5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0D395F3-54F2-3645-9C34-82C3B14DE498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0D395F3-54F2-3645-9C34-82C3B14DE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43664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F3B48D37-6E9A-4A44-8AD0-A2F7F89AD57E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329870C-BD1C-2D41-A4E5-236C528EB426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402AF95-5CB5-F847-BC90-1BBBAAAB3DC0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74AE843-A320-A04B-81BA-FC2CE6F6AEA2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EF4F246-B73E-3740-AC4F-B8CD3A4E7F34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EF4F246-B73E-3740-AC4F-B8CD3A4E7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D5672119-F433-EB4D-A74F-9E4D34CB7CDA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D5672119-F433-EB4D-A74F-9E4D34CB7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3BA57CD-4FA1-854A-877C-DD157B65AEA7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3BA57CD-4FA1-854A-877C-DD157B65A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2921E98D-4703-6248-8BD1-E8CFF4447A4C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2921E98D-4703-6248-8BD1-E8CFF4447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TextBox 162">
            <a:extLst>
              <a:ext uri="{FF2B5EF4-FFF2-40B4-BE49-F238E27FC236}">
                <a16:creationId xmlns:a16="http://schemas.microsoft.com/office/drawing/2014/main" id="{3662341A-5C8E-D34E-9EF3-785D96F6D111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C2F3EFB0-59AA-E84F-B1A3-27FB1E42876C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C2F3EFB0-59AA-E84F-B1A3-27FB1E428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Rectangle 164">
            <a:extLst>
              <a:ext uri="{FF2B5EF4-FFF2-40B4-BE49-F238E27FC236}">
                <a16:creationId xmlns:a16="http://schemas.microsoft.com/office/drawing/2014/main" id="{55F7881A-0EAE-6343-A958-2766B0183D0A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80F106F-763F-1E40-9588-49F2DC6000D9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A5F335D-5341-024C-B819-020FE67A972D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A5F335D-5341-024C-B819-020FE67A9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C5E9FBF-E445-8E4F-B56A-5CC15C40763B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C5E9FBF-E445-8E4F-B56A-5CC15C40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6518327A-D5DD-F842-9A87-99B8804C6A66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6518327A-D5DD-F842-9A87-99B8804C6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8505B2E-8ABB-1E46-9645-30DA1A84711B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8505B2E-8ABB-1E46-9645-30DA1A847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ADD4427E-675F-B546-827E-10A4BF9910BC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ADD4427E-675F-B546-827E-10A4BF991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39970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4EEFD479-1F7E-3245-B52D-FF8F820D160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E01A906-3CB5-DB4F-9A67-DF7BDD238D22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50C2583-F895-6E4C-A569-1B62CD452C0D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10D1B48-A4AB-F046-A9C2-E9E7F446DA82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82F0006-A83C-0E46-A284-734301266D14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82F0006-A83C-0E46-A284-734301266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C9DAAB95-3291-9041-A160-06CC315C8E48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C9DAAB95-3291-9041-A160-06CC315C8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335FCB34-FBE7-4A49-A2E4-2D1834070EAD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335FCB34-FBE7-4A49-A2E4-2D1834070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16044B3-C215-104D-8101-D77C6D02DD61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16044B3-C215-104D-8101-D77C6D02D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Box 167">
            <a:extLst>
              <a:ext uri="{FF2B5EF4-FFF2-40B4-BE49-F238E27FC236}">
                <a16:creationId xmlns:a16="http://schemas.microsoft.com/office/drawing/2014/main" id="{EB2FBBBC-E904-1548-9BA8-7572DD01EDE7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6E8E0FDD-86A3-AA46-87B7-7CE4DFAB74AC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6E8E0FDD-86A3-AA46-87B7-7CE4DFAB7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Rectangle 169">
            <a:extLst>
              <a:ext uri="{FF2B5EF4-FFF2-40B4-BE49-F238E27FC236}">
                <a16:creationId xmlns:a16="http://schemas.microsoft.com/office/drawing/2014/main" id="{4829161C-49B0-0944-8C8A-4A83BF3869CC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75CA99C-6055-4948-B9B1-DF3EBC65F8D4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D6826F2-2EDF-9945-AC82-DC41326912A9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D6826F2-2EDF-9945-AC82-DC4132691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451BC2A-A4EB-754D-B03D-772392767D30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451BC2A-A4EB-754D-B03D-772392767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75D4A05-8D45-3D4B-B55C-F5573BAE3513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75D4A05-8D45-3D4B-B55C-F5573BAE3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DF59C73-87F8-2041-B8D3-1B44D8B97F42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DF59C73-87F8-2041-B8D3-1B44D8B97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1B9D3DA2-B281-054B-9D52-EA7BEE53D358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1B9D3DA2-B281-054B-9D52-EA7BEE53D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79669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 161">
            <a:extLst>
              <a:ext uri="{FF2B5EF4-FFF2-40B4-BE49-F238E27FC236}">
                <a16:creationId xmlns:a16="http://schemas.microsoft.com/office/drawing/2014/main" id="{C3E85FB5-DD5F-8D4D-8147-59C5D14DCCD2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C2F6386-1517-5248-A8A2-386EE8BFB13B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5792FA1-8D53-7B44-8878-70293C51CD4B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B83EDE6-BA2B-2541-B643-66A7A10C1C0F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071C830-F0BE-1B4F-96A0-59081B63C53A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071C830-F0BE-1B4F-96A0-59081B63C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20753DC9-1CB5-BB48-B09A-33103389E733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20753DC9-1CB5-BB48-B09A-33103389E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B967B8E6-5491-DD4D-9663-4A156A28B234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B967B8E6-5491-DD4D-9663-4A156A28B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73177FCB-268A-0344-82CF-099996179280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73177FCB-268A-0344-82CF-099996179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TextBox 169">
            <a:extLst>
              <a:ext uri="{FF2B5EF4-FFF2-40B4-BE49-F238E27FC236}">
                <a16:creationId xmlns:a16="http://schemas.microsoft.com/office/drawing/2014/main" id="{25ECF3B3-7319-C043-96BF-7AFBADB8A1C6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C520F25-D507-1041-963E-BC7CD91A1420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C520F25-D507-1041-963E-BC7CD91A1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Rectangle 171">
            <a:extLst>
              <a:ext uri="{FF2B5EF4-FFF2-40B4-BE49-F238E27FC236}">
                <a16:creationId xmlns:a16="http://schemas.microsoft.com/office/drawing/2014/main" id="{F8ABB091-15C8-A74A-9A2E-0C65E7FD8DFD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4120E7E-0C26-A04E-84D2-72189166AD74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BA37B35-F88C-844D-8726-5A3515EBE362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BA37B35-F88C-844D-8726-5A3515EBE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3C9754B-603F-1541-91C0-E1EC9C20FEBD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3C9754B-603F-1541-91C0-E1EC9C20F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B5354B55-1A28-794F-AE5C-872F3615BAD2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B5354B55-1A28-794F-AE5C-872F3615B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EC25B297-D66F-2F44-897A-D98EE17191A7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EC25B297-D66F-2F44-897A-D98EE1719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10786AF-05B6-464C-8FA7-265707E833EE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10786AF-05B6-464C-8FA7-265707E83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675639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C41952B7-AEAF-DA4C-A4BF-97F405F5487B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779C7D2-1DEA-094B-B76F-62E4E900642E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AECE913-84E4-324A-AB44-EF532E2CC061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DCF0F71-4A85-6E44-9D3E-78E7B8A1B9F4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F095CC6E-F1EB-9745-860D-87BA77C0E658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F095CC6E-F1EB-9745-860D-87BA77C0E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F7D4EA18-9098-8A4D-B10E-4B4B40C0E267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F7D4EA18-9098-8A4D-B10E-4B4B40C0E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98F5225A-0BF7-AC48-8B95-F6F1C647D342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98F5225A-0BF7-AC48-8B95-F6F1C647D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D63E8F9-7749-9D44-A5CE-BD662FE145CA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D63E8F9-7749-9D44-A5CE-BD662FE14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TextBox 173">
            <a:extLst>
              <a:ext uri="{FF2B5EF4-FFF2-40B4-BE49-F238E27FC236}">
                <a16:creationId xmlns:a16="http://schemas.microsoft.com/office/drawing/2014/main" id="{C8B4B386-862F-7346-BB98-77DB32014084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3083F74-81EE-3342-85E5-EB42EE181C9E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3083F74-81EE-3342-85E5-EB42EE181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Rectangle 175">
            <a:extLst>
              <a:ext uri="{FF2B5EF4-FFF2-40B4-BE49-F238E27FC236}">
                <a16:creationId xmlns:a16="http://schemas.microsoft.com/office/drawing/2014/main" id="{79926459-B2A0-6E4D-9C80-6DB3C7DEF2E6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B6DCE51-B033-F346-841F-5F757F482C94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C9DF622-E495-6349-921C-AFEBD78BA0EA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C9DF622-E495-6349-921C-AFEBD78BA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C95B8E6-464E-9B47-8A85-5AA77715A98A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C95B8E6-464E-9B47-8A85-5AA77715A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CAAD995-9F72-1449-9B12-CC861E4D6444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CAAD995-9F72-1449-9B12-CC861E4D6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220C7694-C83C-D045-93D6-17801D6D2A76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220C7694-C83C-D045-93D6-17801D6D2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1F28E027-C823-D44B-ACC9-E7B0C76609FF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1F28E027-C823-D44B-ACC9-E7B0C7660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67363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70">
            <a:extLst>
              <a:ext uri="{FF2B5EF4-FFF2-40B4-BE49-F238E27FC236}">
                <a16:creationId xmlns:a16="http://schemas.microsoft.com/office/drawing/2014/main" id="{F49DF045-F540-2B45-BBDC-9FE68C3D0F5E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E0D1D64-7D74-4147-A0A0-D8FEADF7DF00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47D90E0-1EBB-5A43-BD16-F189D4F634BB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C51E780-5D77-564D-90BE-04E22E3129FD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BE57F213-C374-8F4A-8A4F-458EA799B8FB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BE57F213-C374-8F4A-8A4F-458EA799B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748BBD1D-A30C-AE41-B638-955E3B69ADC2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748BBD1D-A30C-AE41-B638-955E3B69A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835A894-86F4-5842-AD07-536B5ED3FED4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835A894-86F4-5842-AD07-536B5ED3F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A1999DF-6E8F-6946-8884-471690DDC3D9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A1999DF-6E8F-6946-8884-471690DDC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TextBox 178">
            <a:extLst>
              <a:ext uri="{FF2B5EF4-FFF2-40B4-BE49-F238E27FC236}">
                <a16:creationId xmlns:a16="http://schemas.microsoft.com/office/drawing/2014/main" id="{7415ABB8-7A07-8840-B6EB-1D0E9A0BA177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E0F557E5-E942-A046-B064-942B8A40CDE4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E0F557E5-E942-A046-B064-942B8A40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A4FAFA7C-9430-1641-A442-529C03079251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7BCFA83-A79D-AC4E-A1B6-21D99C708C42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77CE4ECA-507B-9A45-BBC8-B01EE563900C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77CE4ECA-507B-9A45-BBC8-B01EE5639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248C77A-A68C-0241-853E-C946A58D32C3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248C77A-A68C-0241-853E-C946A58D3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2F454C58-8638-F446-8108-05EEF1B82670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2F454C58-8638-F446-8108-05EEF1B82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5F265B29-2BB5-E246-9D42-66167160C12B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5F265B29-2BB5-E246-9D42-66167160C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48AA746E-C1C8-704E-BE78-5FB8117AF0B3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48AA746E-C1C8-704E-BE78-5FB8117AF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TextBox 193">
            <a:extLst>
              <a:ext uri="{FF2B5EF4-FFF2-40B4-BE49-F238E27FC236}">
                <a16:creationId xmlns:a16="http://schemas.microsoft.com/office/drawing/2014/main" id="{7F87379B-5E18-F24D-928E-8C9BF45F0E8E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E5FD1D7-1204-6049-8630-5AEE3876733A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384831D-2999-BF43-90CC-6B4CDB7A7CE3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6C0586F-B832-8C4C-96D1-2B971F732728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310A1838-7A57-124A-B19A-2E74B458B59B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310A1838-7A57-124A-B19A-2E74B458B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1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25918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83748725-D1C0-0443-B4F4-2CE06FECCDAB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6D33B68-894B-7B48-848E-868DB1EABF53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A85FB5A-43A3-E544-865E-4CF404729CE8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B390098-DBF8-AF46-8CDF-9B1F0F8CA0EF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6C9C3547-CFDA-4A4C-B873-A30C2598B0F4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6C9C3547-CFDA-4A4C-B873-A30C2598B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6B02C745-6FE3-E749-AC4B-6F4337CA71E2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6B02C745-6FE3-E749-AC4B-6F4337CA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3980759-DFE5-0341-B897-F25AE0C2AFFE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3980759-DFE5-0341-B897-F25AE0C2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562DDB5-04AD-F14B-986F-FD2A5E232F8C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562DDB5-04AD-F14B-986F-FD2A5E232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TextBox 193">
            <a:extLst>
              <a:ext uri="{FF2B5EF4-FFF2-40B4-BE49-F238E27FC236}">
                <a16:creationId xmlns:a16="http://schemas.microsoft.com/office/drawing/2014/main" id="{26605FD2-C792-5E44-911D-9EE566DE9CBD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F82C17D-9D1E-4F40-889A-61EA3453CEF9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F82C17D-9D1E-4F40-889A-61EA3453C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9" name="Rectangle 198">
            <a:extLst>
              <a:ext uri="{FF2B5EF4-FFF2-40B4-BE49-F238E27FC236}">
                <a16:creationId xmlns:a16="http://schemas.microsoft.com/office/drawing/2014/main" id="{C2D00BAB-7782-944B-933A-1B525C3818BA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19BB97D-C694-2249-9EB6-4A78123232DE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BEA3087-50DA-BA4A-B620-D34ED376AFC7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BEA3087-50DA-BA4A-B620-D34ED376A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6064E03-08FC-0A4B-B0B9-355FAF350231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6064E03-08FC-0A4B-B0B9-355FAF350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F71C165-8FBC-4845-9FF2-2B45A920895C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F71C165-8FBC-4845-9FF2-2B45A9208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6A89430-BAD0-1545-B5BB-2CB49B0B783A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6A89430-BAD0-1545-B5BB-2CB49B0B7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5F4818A2-2A93-A94A-A7D2-A929AE2E3106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5F4818A2-2A93-A94A-A7D2-A929AE2E3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TextBox 205">
            <a:extLst>
              <a:ext uri="{FF2B5EF4-FFF2-40B4-BE49-F238E27FC236}">
                <a16:creationId xmlns:a16="http://schemas.microsoft.com/office/drawing/2014/main" id="{DB11F39E-4C6F-CD43-A983-25A479D9EE36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EB8AE10F-05B8-714E-92A3-7957027229B8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56AB611-9E9D-4343-B02C-551FA8F46D34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19CC88DC-0756-9443-9B16-71B35BB98F1F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EB31E329-B2D9-A146-B1A9-B8DFCD5F6BDA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EB31E329-B2D9-A146-B1A9-B8DFCD5F6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1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90109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62D19D37-EC04-F049-BCA8-F4E4E73CBF8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93E4DFE6-D5B2-274C-9586-0DC60805C765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5D752B4-AF08-9144-BDA3-ADF1AD83A927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F147C7C-88DF-CE46-8A44-05B008AE0D1B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9178BD6-95B0-1845-8C85-9A743CACC2FE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D80DF9D7-9725-3645-8C22-07F8D186C577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D7541A9-ACBE-FE4F-9EC7-7652AAEA997C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69B4DA86-6704-0A47-B453-149E6BDFDB0A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C9F7E9A-5452-B441-AE13-531905E1AC07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C9F7E9A-5452-B441-AE13-531905E1A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B7D31D2-F5BF-AF4E-B07D-030A8C1F95C0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B7D31D2-F5BF-AF4E-B07D-030A8C1F9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3434DAC6-3830-5E4C-B426-FE410402C238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3434DAC6-3830-5E4C-B426-FE410402C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2384FCB9-9106-4B4C-8076-4D540FF0304B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2384FCB9-9106-4B4C-8076-4D540FF03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TextBox 206">
            <a:extLst>
              <a:ext uri="{FF2B5EF4-FFF2-40B4-BE49-F238E27FC236}">
                <a16:creationId xmlns:a16="http://schemas.microsoft.com/office/drawing/2014/main" id="{61F5D5BE-1047-6C4F-A483-1F0B63FFC7F6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2B69761C-8E5F-A14F-9CC1-7BE6ED7A88AE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2B69761C-8E5F-A14F-9CC1-7BE6ED7A8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" name="Rectangle 210">
            <a:extLst>
              <a:ext uri="{FF2B5EF4-FFF2-40B4-BE49-F238E27FC236}">
                <a16:creationId xmlns:a16="http://schemas.microsoft.com/office/drawing/2014/main" id="{1E19DA23-CD1A-C745-831A-787779843CB2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9A1D99A-1000-AE44-93A4-F49E8BCE4B07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91C9B241-8045-1941-9F94-1923DAF16556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91C9B241-8045-1941-9F94-1923DAF16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92D1E1D0-E15C-4247-9D4D-D38790EEDFFC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92D1E1D0-E15C-4247-9D4D-D38790EED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3201321-BA51-5140-9ADC-F742695BF416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3201321-BA51-5140-9ADC-F742695BF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1162701B-3871-D449-91FA-6945473BF060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1162701B-3871-D449-91FA-6945473BF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1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AD2D1630-BFBD-6940-944D-6F63D1B96E8D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AD2D1630-BFBD-6940-944D-6F63D1B96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" name="TextBox 224">
            <a:extLst>
              <a:ext uri="{FF2B5EF4-FFF2-40B4-BE49-F238E27FC236}">
                <a16:creationId xmlns:a16="http://schemas.microsoft.com/office/drawing/2014/main" id="{E92CC87F-0726-C84C-BC9D-EB5E61DBACE9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AFE03D9A-C606-3D49-BC3D-25197B6E3A49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74081CC8-8E8A-C441-841B-2787BDD1494C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2064085-6679-C047-BB67-D3FC2DFE412E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404A142-459B-C446-A884-92979D20380E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404A142-459B-C446-A884-92979D203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1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98427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5C0DF1E9-15C9-0044-88A6-94C39CCF731D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5916967-C45D-CC44-B92E-1BD6987F67C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FC813099-FD05-2E42-8CB7-32574F5BB050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A42D709-6F8F-2F49-83E8-C0892D462F0E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7453FF48-6476-3943-81EC-40DC8C4265A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A0624F93-D47B-144D-817F-1C202599FC6A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724A3E55-8EAA-5F47-A31B-83AE23BE6A3B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5A2A884-C293-AF4E-9C44-4DBAFF1A3163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6EEE8029-25BE-654F-9CD6-673AD74CC6B9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6EEE8029-25BE-654F-9CD6-673AD74CC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CD801B89-AF0E-6247-AB76-9A1B7AF60E92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CD801B89-AF0E-6247-AB76-9A1B7AF60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A1FB8F9E-0E1E-9846-B357-E7DFEE61DF39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A1FB8F9E-0E1E-9846-B357-E7DFEE61D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A5CA312-413F-874D-A516-869793D901A1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A5CA312-413F-874D-A516-869793D90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6" name="TextBox 225">
            <a:extLst>
              <a:ext uri="{FF2B5EF4-FFF2-40B4-BE49-F238E27FC236}">
                <a16:creationId xmlns:a16="http://schemas.microsoft.com/office/drawing/2014/main" id="{F47AD58C-EE21-3842-BC23-8DD41938A06B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6D975EB-796F-0E4D-8132-C7A7876AACF9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6D975EB-796F-0E4D-8132-C7A7876AA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Rectangle 227">
            <a:extLst>
              <a:ext uri="{FF2B5EF4-FFF2-40B4-BE49-F238E27FC236}">
                <a16:creationId xmlns:a16="http://schemas.microsoft.com/office/drawing/2014/main" id="{DA807B2B-015E-0241-8B72-30867DC23F95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09033ED-5226-F548-99D5-0BB17B94974F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C6BE3367-393E-164A-8D0F-AFA66643C75E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C6BE3367-393E-164A-8D0F-AFA66643C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4CD0CCB4-66D4-1546-A8BB-5B2F253F2DF5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4CD0CCB4-66D4-1546-A8BB-5B2F253F2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F5C974AA-22BD-A242-8D28-573F25A618B8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F5C974AA-22BD-A242-8D28-573F25A61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6B2F1BF6-8002-A946-A447-265C914B9842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6B2F1BF6-8002-A946-A447-265C914B9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FB6D020B-5C8F-FD4B-B6D5-B7A9BA4A2017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FB6D020B-5C8F-FD4B-B6D5-B7A9BA4A2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TextBox 254">
            <a:extLst>
              <a:ext uri="{FF2B5EF4-FFF2-40B4-BE49-F238E27FC236}">
                <a16:creationId xmlns:a16="http://schemas.microsoft.com/office/drawing/2014/main" id="{824F8558-5B7C-4E49-8564-5F7FB7756C0E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B01C928-3995-344B-BA76-47C6F9E28130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0829E8C-73B6-3A46-861E-5968495EB22C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2B596C63-6BD4-7C43-B591-7ECD9E37DFC2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285B92A8-EE65-6D44-9560-28D1012F9E6D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285B92A8-EE65-6D44-9560-28D1012F9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629049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Oval 211">
            <a:extLst>
              <a:ext uri="{FF2B5EF4-FFF2-40B4-BE49-F238E27FC236}">
                <a16:creationId xmlns:a16="http://schemas.microsoft.com/office/drawing/2014/main" id="{75E12587-C968-5344-B6AA-99D9C3F624C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40C65834-ED33-A44A-B47A-D48DA295C4C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0F2488C9-9C9C-644B-A2D4-52A7A89F0827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F5FA9DC-7540-6245-BEDC-E5AC9AC07623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0FB096CF-A94B-E948-8DBE-6BB2EB2FF7A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39DAA2EB-94BB-AC4F-A376-A80EE6A3FD92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7B7DE43E-E6BD-9F4A-BEAB-5BF6CFD02608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193AEC0A-6B23-4543-BD54-7F44003CCCAA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2E7AD5AA-3B67-9047-9040-545BB72FDEC4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2E7AD5AA-3B67-9047-9040-545BB72FD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83709338-885F-0F4C-B104-3F02752F5B7A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83709338-885F-0F4C-B104-3F02752F5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203A81B-53EC-4F46-BB7E-320C69A81F11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203A81B-53EC-4F46-BB7E-320C69A81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0E737213-2905-2E4E-A863-D81FF94A87BE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0E737213-2905-2E4E-A863-D81FF94A8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TextBox 241">
            <a:extLst>
              <a:ext uri="{FF2B5EF4-FFF2-40B4-BE49-F238E27FC236}">
                <a16:creationId xmlns:a16="http://schemas.microsoft.com/office/drawing/2014/main" id="{E321F1B6-5A94-014E-9FC8-0432F6F8349D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1B8C86D8-8160-2A4B-B74F-D412A1686588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1B8C86D8-8160-2A4B-B74F-D412A1686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Rectangle 254">
            <a:extLst>
              <a:ext uri="{FF2B5EF4-FFF2-40B4-BE49-F238E27FC236}">
                <a16:creationId xmlns:a16="http://schemas.microsoft.com/office/drawing/2014/main" id="{C30F1EB8-ACCD-5B41-BB6E-4335CC45D618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57C94F4-DF91-5546-9507-1391521B2532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FF35D1D6-878F-5047-A5B6-0AE27E2D6C75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FF35D1D6-878F-5047-A5B6-0AE27E2D6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7BB7A551-7BA4-774D-83C1-70D0F384FDE1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7BB7A551-7BA4-774D-83C1-70D0F384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002E1A23-FCC9-1346-899B-5EAF95C8EDC8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002E1A23-FCC9-1346-899B-5EAF95C8E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AC9867D6-9EA1-C441-A34D-92FFEBAC245F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AC9867D6-9EA1-C441-A34D-92FFEBAC2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9C7CDC1-56D3-6A48-BC11-73AFFF8E41F7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9C7CDC1-56D3-6A48-BC11-73AFFF8E4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TextBox 273">
            <a:extLst>
              <a:ext uri="{FF2B5EF4-FFF2-40B4-BE49-F238E27FC236}">
                <a16:creationId xmlns:a16="http://schemas.microsoft.com/office/drawing/2014/main" id="{8C21D8CF-F901-AE48-9D40-437EE91261CA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5C1B2808-A7EC-0C45-BE3E-18BBE7AA1768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E71E5AF-99A3-3F4F-9220-6F318992E980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4BBF4E3F-83F5-8942-B417-8CDB981FDEF3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DA910812-23CF-3644-82A1-D3DC20CF7C40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DA910812-23CF-3644-82A1-D3DC20CF7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TextBox 223">
            <a:extLst>
              <a:ext uri="{FF2B5EF4-FFF2-40B4-BE49-F238E27FC236}">
                <a16:creationId xmlns:a16="http://schemas.microsoft.com/office/drawing/2014/main" id="{C4755635-6F37-E546-B7AC-119C8D16EE0D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D0FC841-18BE-034C-AAAE-13B6BE9796F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54280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D60707E1-D0CE-B749-88D2-D0507230AB8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478C257-C287-7243-BE6E-83CF6B220B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53199D04-ABBB-A848-9C0C-E51BBDDE51B3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7D7CCF4-8BD4-F94A-9BFB-A35290E8A94C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E488F96-3E53-044B-887E-E799B01DAA11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6C745741-1A7E-7140-9ED9-2EF75E4D67DE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3D0E1A9-9C7D-5948-B5B3-593D38227CA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EF2E3B8-01A1-B44A-ADAD-19157E8C3D1B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C4EBA6DF-9FE4-A243-AB55-E8C8782FF621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C4EBA6DF-9FE4-A243-AB55-E8C8782FF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8DF40CC3-76DC-7948-87B7-0806FC84731F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8DF40CC3-76DC-7948-87B7-0806FC847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82FA8059-6E5C-2C4C-8DD7-15F9EC21EE26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82FA8059-6E5C-2C4C-8DD7-15F9EC21E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C65EE55-25F1-114A-9B40-FFAA0E760482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C65EE55-25F1-114A-9B40-FFAA0E760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2" name="TextBox 271">
            <a:extLst>
              <a:ext uri="{FF2B5EF4-FFF2-40B4-BE49-F238E27FC236}">
                <a16:creationId xmlns:a16="http://schemas.microsoft.com/office/drawing/2014/main" id="{CFC5E799-2B5B-E643-B127-6F3D48F4DB74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D489F2E2-6E3E-EA4A-A421-229EC6CC2891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D489F2E2-6E3E-EA4A-A421-229EC6CC2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Rectangle 273">
            <a:extLst>
              <a:ext uri="{FF2B5EF4-FFF2-40B4-BE49-F238E27FC236}">
                <a16:creationId xmlns:a16="http://schemas.microsoft.com/office/drawing/2014/main" id="{D40B7699-3933-2940-8F19-F299AA99D9C2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3959E973-5408-DA4E-B1DA-45F3D6135D47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4FCD5CF4-2011-A94D-A104-FCBCE603DC03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4FCD5CF4-2011-A94D-A104-FCBCE603D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94264117-5D1E-C14B-9B12-443EFC4F2089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94264117-5D1E-C14B-9B12-443EFC4F2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7635BD79-43CB-E147-B7DE-0937663CD0B8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7635BD79-43CB-E147-B7DE-0937663CD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4F5A8C99-BAA4-F544-85A1-93D427EA48A7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4F5A8C99-BAA4-F544-85A1-93D427EA4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BC0977BA-D04F-B643-BE4A-1B6AFAF735F6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BC0977BA-D04F-B643-BE4A-1B6AFAF73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TextBox 281">
            <a:extLst>
              <a:ext uri="{FF2B5EF4-FFF2-40B4-BE49-F238E27FC236}">
                <a16:creationId xmlns:a16="http://schemas.microsoft.com/office/drawing/2014/main" id="{AED83F2B-4A50-9940-BBA3-668F46233B33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8ED54A6-48BA-1A48-8FE0-F8F97DC11A6E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308CAE85-45EE-EB41-AF36-813363114569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F066058D-DCD7-8D4C-B510-D4F2DCAFEA7F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0B063DAE-DCD3-704F-9971-0E33FB8AB911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0B063DAE-DCD3-704F-9971-0E33FB8AB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TextBox 232">
            <a:extLst>
              <a:ext uri="{FF2B5EF4-FFF2-40B4-BE49-F238E27FC236}">
                <a16:creationId xmlns:a16="http://schemas.microsoft.com/office/drawing/2014/main" id="{F08854A6-E380-634E-9FC9-BAB02535F040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3B61F63E-4A74-E54E-A6A1-7DFD7B5A183C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833633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29124110-DA70-944E-ACF9-3623BD67EB52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FE8EB83E-6124-DF4B-BD77-FB4C8E12406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ED8D5C24-9DB4-9942-82AB-AEFCD7B9E62F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DFF5475-474A-CC47-BC11-4BDD5C913553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E72477A-882B-6C48-B635-308F8B4E4DE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88D45519-D17F-5C4E-ADEB-B8BE59C7BBB1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9C799FD-5F24-7045-80AA-BF7D5C75DA81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3D2BA56D-0C2E-CD4D-B1E7-BEDE2442F1E4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C072614B-1C63-EB43-B0CB-03C10735F5A6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C072614B-1C63-EB43-B0CB-03C10735F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AB22CF4B-C63E-6E4C-904A-2EFB796C6DEC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AB22CF4B-C63E-6E4C-904A-2EFB796C6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08B27678-E488-2B45-8A9E-E900F7BD11FF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08B27678-E488-2B45-8A9E-E900F7BD1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3E1E8F1A-5518-B344-A562-754167803F83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3E1E8F1A-5518-B344-A562-75416780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TextBox 277">
            <a:extLst>
              <a:ext uri="{FF2B5EF4-FFF2-40B4-BE49-F238E27FC236}">
                <a16:creationId xmlns:a16="http://schemas.microsoft.com/office/drawing/2014/main" id="{7ED8BF7F-878E-6C41-A58E-E37B4AAFEEB0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1BF0D8C3-842A-1D4B-B529-7E470D79486C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1BF0D8C3-842A-1D4B-B529-7E470D79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0" name="Rectangle 279">
            <a:extLst>
              <a:ext uri="{FF2B5EF4-FFF2-40B4-BE49-F238E27FC236}">
                <a16:creationId xmlns:a16="http://schemas.microsoft.com/office/drawing/2014/main" id="{E4389ED2-A900-DB4E-9F14-29DDA0FB0703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76245B8-D568-7548-B5C3-AFFB696CB12B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0A84F332-9757-0C4F-92C5-9E7A57AFEFEA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0A84F332-9757-0C4F-92C5-9E7A57AFE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75304614-80D3-944E-9CE6-A6CF41BC80D4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75304614-80D3-944E-9CE6-A6CF41BC8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592DEA38-4ACA-1044-960D-37CAE96A1F1A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592DEA38-4ACA-1044-960D-37CAE96A1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31FF6B37-43F0-554B-8484-2A98A9AA9E4D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31FF6B37-43F0-554B-8484-2A98A9AA9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D234ED1F-11D7-3743-8F0B-E72A2BE69092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D234ED1F-11D7-3743-8F0B-E72A2BE69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TextBox 288">
            <a:extLst>
              <a:ext uri="{FF2B5EF4-FFF2-40B4-BE49-F238E27FC236}">
                <a16:creationId xmlns:a16="http://schemas.microsoft.com/office/drawing/2014/main" id="{101F2CE5-550A-024E-88EC-006105528100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B744D326-8022-DA4A-B4FF-E7545C5BD9FC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48705A1-B152-6749-9655-31698996DDC2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06024E53-A9B1-5042-AC9E-5BA647B207D3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3BC3C2AB-8F0F-114D-9CCE-D6B816EF595B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3BC3C2AB-8F0F-114D-9CCE-D6B816EF5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ABEBFFCE-19D3-0246-92F7-32132EBFFA46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D65BADA5-5AC3-534B-B97B-B3B38BC25819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654471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6BAD406A-EBB1-7B4F-B3B3-E7F6DAE62396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C6C4647-6CFB-944F-9911-1795EB478089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C582AF97-00E1-7046-8D6F-4786A224FF1A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430C6A1-4B83-8044-9601-049F9BDB32FF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5867B33-FD5A-644E-BC6B-2C57934EA2C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4A6785B8-1F3E-8F49-BEE9-2EFEE9C7E565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811D3E1-66CD-E84F-B6E0-D89EC62C887C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D4C999CE-7EDC-CA4E-9B35-DBBE16A288D6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E7453E13-001E-814A-AAAD-821DE88E40C4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E7453E13-001E-814A-AAAD-821DE88E4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22976A6F-AA69-E949-A602-7150D8CA4FF1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22976A6F-AA69-E949-A602-7150D8CA4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32D39806-6385-724A-96DB-42B6224A82D6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32D39806-6385-724A-96DB-42B6224A8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4D892F3F-5AB8-DB45-89A1-CC95BECAAD46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4D892F3F-5AB8-DB45-89A1-CC95BECAA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0" name="TextBox 279">
            <a:extLst>
              <a:ext uri="{FF2B5EF4-FFF2-40B4-BE49-F238E27FC236}">
                <a16:creationId xmlns:a16="http://schemas.microsoft.com/office/drawing/2014/main" id="{EEF7F264-37C6-F746-86D1-C8DC2937BC4E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B7A4CEC-7B2D-5B44-AD58-F87807C85BA1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B7A4CEC-7B2D-5B44-AD58-F87807C85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Rectangle 281">
            <a:extLst>
              <a:ext uri="{FF2B5EF4-FFF2-40B4-BE49-F238E27FC236}">
                <a16:creationId xmlns:a16="http://schemas.microsoft.com/office/drawing/2014/main" id="{E8AEF538-2B5D-5E40-A4F1-3DA46786AF24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B2B7482B-8905-3543-9B20-9706B6D7BCD2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FBC85EB5-CDC8-6541-B023-76E7F1488800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FBC85EB5-CDC8-6541-B023-76E7F1488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F6F695E2-B927-F843-97BB-1D6EE03644D4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F6F695E2-B927-F843-97BB-1D6EE0364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761EBD50-3CDC-2E42-A264-3EA1229AFBF6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761EBD50-3CDC-2E42-A264-3EA1229AF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A2E88111-E417-C14E-A29F-7B9951636E2B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A2E88111-E417-C14E-A29F-7B9951636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39D3ED3F-6D59-3F47-9C48-D00C221A0F5B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39D3ED3F-6D59-3F47-9C48-D00C221A0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TextBox 290">
            <a:extLst>
              <a:ext uri="{FF2B5EF4-FFF2-40B4-BE49-F238E27FC236}">
                <a16:creationId xmlns:a16="http://schemas.microsoft.com/office/drawing/2014/main" id="{C98A97E1-5328-7844-83F9-2915E4EF81BF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CD771AEE-4F4F-2643-BAB6-F34AA55D350E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83DA2CB1-C13A-264D-9A18-A5D586DDB9A0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0ACE88D0-AEFD-7E4F-B411-21CAA5D48976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F7845C9-7AC4-3A4A-BA51-C042FD437DC8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F7845C9-7AC4-3A4A-BA51-C042FD437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28066384-EF6F-3041-9186-DEC0B7F00694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274B0323-6111-394E-B92B-5F0B7674281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277493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Oval 255">
            <a:extLst>
              <a:ext uri="{FF2B5EF4-FFF2-40B4-BE49-F238E27FC236}">
                <a16:creationId xmlns:a16="http://schemas.microsoft.com/office/drawing/2014/main" id="{26007F24-5433-0543-B82E-E5FEA8AD40BC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7F873518-8515-5848-998B-193C01AE719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B70B434D-334C-4D46-ABD7-FCA3BBE9A440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E60AF132-6C9F-C34E-AD3A-ABBDBA499D50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7E75061A-E99D-7B4F-9D56-A762709FD83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EDCFF079-F854-CE4D-8716-DE6A49E90BE6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35293B8B-7E74-0D46-9508-A50C89450CE4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B34F6FBE-A803-814A-92BB-062C329AC4DC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FBAE9809-D898-3A45-8EC1-1C4623F75750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FBAE9809-D898-3A45-8EC1-1C4623F75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5AC4438-401E-9E41-9A62-A6DB6AEB5EE2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5AC4438-401E-9E41-9A62-A6DB6AEB5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5B8A383C-6DB3-8F46-893A-45D0D18A099E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5B8A383C-6DB3-8F46-893A-45D0D18A0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73A5E8C3-AEEB-BE41-9E50-A8F31BE02935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73A5E8C3-AEEB-BE41-9E50-A8F31BE02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TextBox 283">
            <a:extLst>
              <a:ext uri="{FF2B5EF4-FFF2-40B4-BE49-F238E27FC236}">
                <a16:creationId xmlns:a16="http://schemas.microsoft.com/office/drawing/2014/main" id="{55ED938E-498B-7741-86CF-EDB438455982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8F7357D8-7069-7B46-9CE8-73C3F54C4916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8F7357D8-7069-7B46-9CE8-73C3F54C4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Rectangle 286">
            <a:extLst>
              <a:ext uri="{FF2B5EF4-FFF2-40B4-BE49-F238E27FC236}">
                <a16:creationId xmlns:a16="http://schemas.microsoft.com/office/drawing/2014/main" id="{248DD310-8714-9E40-80B6-1990EEFA3DE5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5DDF0572-BF97-E945-A408-B539EC4627D4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B0017515-7DD6-CD44-9101-4CAEBF650DFE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B0017515-7DD6-CD44-9101-4CAEBF650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479DEE81-4575-9A4C-A914-2C4DDB356D2D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479DEE81-4575-9A4C-A914-2C4DDB356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E4E07018-B3E2-5945-BFD7-2DBA2F71FE34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E4E07018-B3E2-5945-BFD7-2DBA2F71F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05828594-4974-0949-9BDB-1288E0C204BC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05828594-4974-0949-9BDB-1288E0C20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2CFEE734-B213-FF48-BCE0-94DF905FF8D3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2CFEE734-B213-FF48-BCE0-94DF905FF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4" name="TextBox 293">
            <a:extLst>
              <a:ext uri="{FF2B5EF4-FFF2-40B4-BE49-F238E27FC236}">
                <a16:creationId xmlns:a16="http://schemas.microsoft.com/office/drawing/2014/main" id="{895D6EB8-1C96-294D-9681-670DD0D76C1A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FBF9D76-EC79-8640-AB99-BF5E533A38A1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64BE5A47-A77D-7343-A42E-310A777D8E36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115DCC30-2171-D64B-8D9E-23BC8FDEEF76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57BE4024-65BD-F04F-8D2D-70A8A3862A4B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57BE4024-65BD-F04F-8D2D-70A8A3862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1C01B2ED-821D-0443-B8CC-55B1B9E24227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DDDDF23E-2D9E-1644-A17F-6C877FF6567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75806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03915E9F-F472-904E-B789-63885EC51231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DDE2951C-FB63-8C40-B856-AB0A98E4D9E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EA3CD83F-5200-D743-9471-B0A8FF3D232F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9F7EE04D-7BE9-5643-9BD9-09B57110A50E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EC85D6AE-7026-8E4D-9B8C-8B656EFDC90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C214C0E7-74F9-F149-8752-ED639C6A1223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D3BDDF96-08B1-DC41-B583-D900282CD744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06086FCA-7576-FA4A-9AD0-52A47828BB2A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9718B58-3A53-804A-BDD7-C85C7C4F107E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9718B58-3A53-804A-BDD7-C85C7C4F1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78606E8-284F-D24A-8872-39547A0B06E1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78606E8-284F-D24A-8872-39547A0B0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B44169E4-C3BC-744B-A7A2-4A67A2283F18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B44169E4-C3BC-744B-A7A2-4A67A2283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4568155-8E98-BE45-9392-BA7D67B572E5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4568155-8E98-BE45-9392-BA7D67B57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TextBox 286">
            <a:extLst>
              <a:ext uri="{FF2B5EF4-FFF2-40B4-BE49-F238E27FC236}">
                <a16:creationId xmlns:a16="http://schemas.microsoft.com/office/drawing/2014/main" id="{DB023807-2FED-9646-A209-2005753E02A7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90F0FE9-D290-F24B-99C7-9734E2B6AD02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90F0FE9-D290-F24B-99C7-9734E2B6A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Rectangle 288">
            <a:extLst>
              <a:ext uri="{FF2B5EF4-FFF2-40B4-BE49-F238E27FC236}">
                <a16:creationId xmlns:a16="http://schemas.microsoft.com/office/drawing/2014/main" id="{6FD72014-DE5C-834C-82BC-F49153D1C312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12FEF51B-6C96-514A-88E4-93ED87E1B128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2AEB06A4-638C-CF46-99BE-708935E2134C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2AEB06A4-638C-CF46-99BE-708935E21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9034C1B0-5915-B04B-9919-BA3F14E97BA2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9034C1B0-5915-B04B-9919-BA3F14E97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1DD51A66-C801-B943-BA1F-303B953861F3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1DD51A66-C801-B943-BA1F-303B95386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23000160-AD05-D747-9AA7-D83F12E29407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23000160-AD05-D747-9AA7-D83F12E29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287048D-BBAA-E342-98FA-F5EAFAB010AE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287048D-BBAA-E342-98FA-F5EAFAB0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" name="TextBox 295">
            <a:extLst>
              <a:ext uri="{FF2B5EF4-FFF2-40B4-BE49-F238E27FC236}">
                <a16:creationId xmlns:a16="http://schemas.microsoft.com/office/drawing/2014/main" id="{AABC64EB-FAE3-AE41-9EE6-A647276ECF26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9E5698C9-9E48-C942-B973-CA46661D8926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16DC2F71-E94D-D848-B50C-291C5FA8E661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640102CB-4FE6-7541-9DA2-494E0DA06103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9CF48A98-6387-834E-BEF9-AA16A2FDAE3D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9CF48A98-6387-834E-BEF9-AA16A2FDA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0E90B3B3-FD83-7846-83C6-37FD2B2BFD03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F0D47159-E1E6-214B-8C85-7B7781825B8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06472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2AE3241-F08B-5C46-AC77-7C2B7845296C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ACD1E64-408A-044D-ADFD-95E2C9EFDF4D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A702767C-EA78-644A-B2D6-A778EBB6A8E4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ADDD873E-6AB3-D54F-93B9-17AD09CB3541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6BF99622-5919-7941-9F10-29D38D80F058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E2F57BF-2981-2D44-8ACD-8AD37AC584D7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9F377D30-C1B5-604C-A075-6767D45CC7DE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07771E42-7352-444C-97D1-DDE9C26152C5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B70CE635-E194-504B-892C-C04DFC0B8CD8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35404523-134C-1B49-AD5B-15343DC6DA4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61CA1427-6C21-C04D-8137-4366E27B6F65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0A51D414-BC22-5444-BCE8-598C3893DC7A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0A51D414-BC22-5444-BCE8-598C3893D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6394541A-FC48-714F-BA75-D4E6AFAE42FB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6394541A-FC48-714F-BA75-D4E6AFAE4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CB1EC8E9-E933-CA4C-8FA8-2F08F0A68D1C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CB1EC8E9-E933-CA4C-8FA8-2F08F0A68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6FDBC876-E4AF-3445-A7F9-3DDE883817EA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6FDBC876-E4AF-3445-A7F9-3DDE88381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TextBox 290">
            <a:extLst>
              <a:ext uri="{FF2B5EF4-FFF2-40B4-BE49-F238E27FC236}">
                <a16:creationId xmlns:a16="http://schemas.microsoft.com/office/drawing/2014/main" id="{76AA4976-21C6-C44E-B66A-89009379FDA9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CC58FACC-F0D5-9B43-AD20-D36BF0DE4354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CC58FACC-F0D5-9B43-AD20-D36BF0DE4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Rectangle 292">
            <a:extLst>
              <a:ext uri="{FF2B5EF4-FFF2-40B4-BE49-F238E27FC236}">
                <a16:creationId xmlns:a16="http://schemas.microsoft.com/office/drawing/2014/main" id="{A01955B9-9FEA-BF46-A224-F6B67386FBAE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00756D1-7CA4-2947-9103-23CA42B04152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8E0A31A-D10D-F84C-AC2C-CCEEF07591CE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8E0A31A-D10D-F84C-AC2C-CCEEF0759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E13AE094-2F3F-1142-9913-7DFAE639CDB5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E13AE094-2F3F-1142-9913-7DFAE639C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BE33F0B7-73CC-F04F-A0F9-E63BDE1C128F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BE33F0B7-73CC-F04F-A0F9-E63BDE1C1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3F593975-AD7B-A742-8C5C-FC5D73A6DED8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3F593975-AD7B-A742-8C5C-FC5D73A6D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FEB4311F-849A-8B44-8DAB-25B103050407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FEB4311F-849A-8B44-8DAB-25B103050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1" name="TextBox 300">
            <a:extLst>
              <a:ext uri="{FF2B5EF4-FFF2-40B4-BE49-F238E27FC236}">
                <a16:creationId xmlns:a16="http://schemas.microsoft.com/office/drawing/2014/main" id="{2D6A964B-651B-8A42-AACB-410E2F99F733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6936FAE5-A407-B544-8103-735EB82BC606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0615D75E-3A5B-814B-99D6-B886C5F1AB41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F9038C17-0343-BB4F-84B0-031457003D21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1E6320F3-BDCA-4D49-9DC1-8E5A42A7B33D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1E6320F3-BDCA-4D49-9DC1-8E5A42A7B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82E9BB1B-42EE-A54E-8501-607933552E28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7973ABA4-6622-9B46-ABA0-90C89D8E9019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07303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2AE3241-F08B-5C46-AC77-7C2B7845296C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ACD1E64-408A-044D-ADFD-95E2C9EFDF4D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168DB8A-5240-844C-ACE9-8C14B0CE6405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BFB8D851-355E-A64F-890D-4CF3B11A0B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CF552565-F91C-5240-8BF1-1CCD0DEB9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31FD32C-5E0A-AB42-8010-E07C999CEB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C0A24820-7C56-3442-AF64-EAC7D1167A0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0C742D2-76A7-2F40-82A5-07BA9486E1E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0" name="Terminator 279">
              <a:extLst>
                <a:ext uri="{FF2B5EF4-FFF2-40B4-BE49-F238E27FC236}">
                  <a16:creationId xmlns:a16="http://schemas.microsoft.com/office/drawing/2014/main" id="{454C08D8-A308-CB48-B9E3-9D0902222347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281" name="Oval 280">
            <a:extLst>
              <a:ext uri="{FF2B5EF4-FFF2-40B4-BE49-F238E27FC236}">
                <a16:creationId xmlns:a16="http://schemas.microsoft.com/office/drawing/2014/main" id="{33CCD5CF-01CD-D542-ACEA-ADB2F1A2A3BD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7E9619DF-C243-CE42-AF0C-87099A4644D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01D2DCB3-8717-6C4A-923B-FF8D490A5CE4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BDBD4D08-2DEE-A148-BE5B-E47668B8FEF9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AE3CC3A1-7A9D-614A-A195-DEB7AEED3B4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87DC9D7-ED49-1740-B7E1-C54FBCBA8304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67EB094B-4DFA-2C49-A61E-339A9D67420B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481440B6-2FC0-0342-BA77-E5773C985C17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F8996B83-A17C-E543-AED8-9109A9B0A78F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D5BDD490-27A1-0347-80E2-7F2C7EF10979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D5BDD490-27A1-0347-80E2-7F2C7EF10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F21C15E-A7B7-CE4E-B5E5-6F4A14F36BDF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1F21C15E-A7B7-CE4E-B5E5-6F4A14F36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13A50575-A648-7F42-8408-5E8C0A2A3202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13A50575-A648-7F42-8408-5E8C0A2A3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86CF5893-7C84-CB40-9B22-2CD91104C1FA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86CF5893-7C84-CB40-9B22-2CD91104C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8" name="TextBox 297">
            <a:extLst>
              <a:ext uri="{FF2B5EF4-FFF2-40B4-BE49-F238E27FC236}">
                <a16:creationId xmlns:a16="http://schemas.microsoft.com/office/drawing/2014/main" id="{8FADEA24-E69B-814F-BAE9-0BCF0BADE9EB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77DF3695-6C5A-5E47-B98C-5D21B11FAA0D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77DF3695-6C5A-5E47-B98C-5D21B11FA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Rectangle 299">
            <a:extLst>
              <a:ext uri="{FF2B5EF4-FFF2-40B4-BE49-F238E27FC236}">
                <a16:creationId xmlns:a16="http://schemas.microsoft.com/office/drawing/2014/main" id="{15D16226-47FC-8945-AE6A-8D736D38DB12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A1377B75-6A37-0A4C-9525-E7546354A454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4CA53E8F-7CA6-2140-AFC5-B1D1BA60B7F9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4CA53E8F-7CA6-2140-AFC5-B1D1BA60B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4E4A83FF-BA66-FD4A-A951-D3040EFB8095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4E4A83FF-BA66-FD4A-A951-D3040EFB8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DA2760F8-9541-1B48-BD78-A89F0AAEF59E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DA2760F8-9541-1B48-BD78-A89F0AAEF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9217357B-F4EB-8748-8F47-8A3584E7543D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9217357B-F4EB-8748-8F47-8A3584E75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6479C847-38E0-9044-B21A-9F8FA5BBAFFC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6479C847-38E0-9044-B21A-9F8FA5BBA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" name="TextBox 308">
            <a:extLst>
              <a:ext uri="{FF2B5EF4-FFF2-40B4-BE49-F238E27FC236}">
                <a16:creationId xmlns:a16="http://schemas.microsoft.com/office/drawing/2014/main" id="{400B15BE-400D-5646-B2F0-468BAFD13826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BC35C17E-F69A-D648-8A0B-CD0CB2202B11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57FBCAAE-8AD7-C847-A497-067994C032F7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BA2C9E24-2DBD-CF45-AC38-C5BB0C760C47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1CBF3A99-8B7B-2E46-AC34-7008275BC01C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1CBF3A99-8B7B-2E46-AC34-7008275BC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15861139-AC8F-F046-8916-93B1B2025A93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1D270891-C207-BD4A-A4F4-96DE989FF8F1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79421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2AE3241-F08B-5C46-AC77-7C2B7845296C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ACD1E64-408A-044D-ADFD-95E2C9EFDF4D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168DB8A-5240-844C-ACE9-8C14B0CE6405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BFB8D851-355E-A64F-890D-4CF3B11A0B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CF552565-F91C-5240-8BF1-1CCD0DEB9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31FD32C-5E0A-AB42-8010-E07C999CEB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C0A24820-7C56-3442-AF64-EAC7D1167A0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0C742D2-76A7-2F40-82A5-07BA9486E1E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0" name="Terminator 279">
              <a:extLst>
                <a:ext uri="{FF2B5EF4-FFF2-40B4-BE49-F238E27FC236}">
                  <a16:creationId xmlns:a16="http://schemas.microsoft.com/office/drawing/2014/main" id="{454C08D8-A308-CB48-B9E3-9D0902222347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9D1ED325-E260-2C46-898C-44F869DE853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1CA2207F-8751-0549-91C8-BCE9C07A1CAB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41E88189-42A1-4540-AEAB-932E51297743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11686ACF-787B-7449-A0E8-A25F66C283B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62BAD940-C28B-9045-85FF-029667CAFB0D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ED2204E-A5AE-1644-9441-39539A892611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406AF5DA-8E42-C34D-A7F9-95574C233C4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352A57D-A5A6-E44E-B921-61BD145ADD9E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TextBox 301">
            <a:extLst>
              <a:ext uri="{FF2B5EF4-FFF2-40B4-BE49-F238E27FC236}">
                <a16:creationId xmlns:a16="http://schemas.microsoft.com/office/drawing/2014/main" id="{E9470964-128C-9143-BC25-C984A7DBA6FC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F6F84E93-3B75-E041-A741-133329DD152A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3B6EE41-A6A7-BE4F-BEB6-D847CD6FF229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075B5050-5088-B84B-B67B-387A4044AA92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075B5050-5088-B84B-B67B-387A4044A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5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7F3546B2-BD0A-4B47-ACEF-4A494B18E099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7F3546B2-BD0A-4B47-ACEF-4A494B18E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6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507C23D6-AA86-7A49-A8FB-47BCB7741315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507C23D6-AA86-7A49-A8FB-47BCB7741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7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84246DAE-0DFE-E84B-BF67-CE9884A51701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84246DAE-0DFE-E84B-BF67-CE9884A51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8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TextBox 312">
            <a:extLst>
              <a:ext uri="{FF2B5EF4-FFF2-40B4-BE49-F238E27FC236}">
                <a16:creationId xmlns:a16="http://schemas.microsoft.com/office/drawing/2014/main" id="{407B68BF-2D46-AE4F-9916-3ACE14C9803D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22F69D8B-1FE7-5F46-A11C-DA2BE5037082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22F69D8B-1FE7-5F46-A11C-DA2BE5037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9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" name="Rectangle 316">
            <a:extLst>
              <a:ext uri="{FF2B5EF4-FFF2-40B4-BE49-F238E27FC236}">
                <a16:creationId xmlns:a16="http://schemas.microsoft.com/office/drawing/2014/main" id="{953A981E-AC60-DB43-AA48-8CD3D639F902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E21A8D60-757B-B349-B321-D4F82E27B92A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9C017DE-04CE-C24B-AA78-948C8124B581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F9C017DE-04CE-C24B-AA78-948C8124B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0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E43A895E-437D-EE4D-9192-85D519682F4F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E43A895E-437D-EE4D-9192-85D519682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1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E65472F8-74D8-5440-9A93-5F5834EBA621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E65472F8-74D8-5440-9A93-5F5834EBA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2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56996618-4608-1E46-BD00-68C7085C6F8F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56996618-4608-1E46-BD00-68C7085C6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3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E2869589-7571-1E41-A539-9543FB3A411E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E2869589-7571-1E41-A539-9543FB3A4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" name="TextBox 327">
            <a:extLst>
              <a:ext uri="{FF2B5EF4-FFF2-40B4-BE49-F238E27FC236}">
                <a16:creationId xmlns:a16="http://schemas.microsoft.com/office/drawing/2014/main" id="{C5E80A0B-AECA-604C-8ED3-A8934FC67DAE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0A291F88-2D1D-654B-BC3D-AF34622036E5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C1FE7EBD-924E-8742-95D9-41500C5FEC2D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21BCA729-7E01-224E-81DE-8139806985A0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A4A06849-0FB9-984A-91C5-59CC312D823E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A4A06849-0FB9-984A-91C5-59CC312D8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9AF8F329-D76B-EB4C-BB43-2EF9B1C0AF9E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1A0F8407-7D24-CF42-88AD-1F393B2CD4FC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942261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2AE3241-F08B-5C46-AC77-7C2B7845296C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ACD1E64-408A-044D-ADFD-95E2C9EFDF4D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04E3A10-8724-7841-80A6-6AD25C53761A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168DB8A-5240-844C-ACE9-8C14B0CE6405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BFB8D851-355E-A64F-890D-4CF3B11A0B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CF552565-F91C-5240-8BF1-1CCD0DEB9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31FD32C-5E0A-AB42-8010-E07C999CEB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C0A24820-7C56-3442-AF64-EAC7D1167A0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0C742D2-76A7-2F40-82A5-07BA9486E1E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0" name="Terminator 279">
              <a:extLst>
                <a:ext uri="{FF2B5EF4-FFF2-40B4-BE49-F238E27FC236}">
                  <a16:creationId xmlns:a16="http://schemas.microsoft.com/office/drawing/2014/main" id="{454C08D8-A308-CB48-B9E3-9D0902222347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9D1ED325-E260-2C46-898C-44F869DE853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1CA2207F-8751-0549-91C8-BCE9C07A1CAB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8C4C1F26-9EC1-184E-B06B-41237CD9B8E9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5B9D2FD2-F671-C74B-8CB5-1EA7CE13765C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193EF86D-BE1D-6343-BB94-578B09D786DE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0C58DE9B-5F6D-E94E-AA25-C387E3832C63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8AA63CB8-3D60-0D4B-B1AD-E4AB4EF643B9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A1179AC9-9F3E-F34D-B9F9-EC505AA6E59B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A1179AC9-9F3E-F34D-B9F9-EC505AA6E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15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1A82C29C-8522-6042-A6C6-152FB94A1F02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1A82C29C-8522-6042-A6C6-152FB94A1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16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A8F19BCF-CAB9-7A47-BC1D-DB7522EFBC3F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A8F19BCF-CAB9-7A47-BC1D-DB7522EFB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17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778DB7F6-4C8A-574E-BFD7-4E05713E7FFC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778DB7F6-4C8A-574E-BFD7-4E05713E7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18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DD928B1F-8287-2247-9262-AE2A20C1611B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DD928B1F-8287-2247-9262-AE2A20C16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9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B5AF7FE3-00A1-0E45-AEEA-0E62861A8A8C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B5AF7FE3-00A1-0E45-AEEA-0E62861A8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2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TextBox 309">
            <a:extLst>
              <a:ext uri="{FF2B5EF4-FFF2-40B4-BE49-F238E27FC236}">
                <a16:creationId xmlns:a16="http://schemas.microsoft.com/office/drawing/2014/main" id="{F32B80D0-F6D2-C74C-BB89-F8B402B42B6A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CEA15BDC-57CF-1343-9699-AD99A6694276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65D1C2E1-9FD0-6543-9921-77BBEF7220F6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A1A01425-B425-B24B-AE1F-2F22C166BE1B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E18E7963-CC8E-064F-8093-B862199DBB40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3BE4791C-72D6-6647-8E11-F91CBB464077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280E6114-9993-484A-AABD-60B805427035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280E6114-9993-484A-AABD-60B805427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21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436AFD07-8223-3F4B-A494-11B0FCB74D27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436AFD07-8223-3F4B-A494-11B0FCB74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2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D53E9607-F7A1-2043-8535-F8A78123027E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D53E9607-F7A1-2043-8535-F8A781230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23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3C5B7BCE-97CF-5F4E-864D-27205C373473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3C5B7BCE-97CF-5F4E-864D-27205C373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2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" name="TextBox 327">
            <a:extLst>
              <a:ext uri="{FF2B5EF4-FFF2-40B4-BE49-F238E27FC236}">
                <a16:creationId xmlns:a16="http://schemas.microsoft.com/office/drawing/2014/main" id="{F859911F-636D-F64E-A78B-8082AE0008DD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D7A5F775-0B5C-FE4C-B177-24F7F113C97D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D7A5F775-0B5C-FE4C-B177-24F7F113C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25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1" name="Rectangle 330">
            <a:extLst>
              <a:ext uri="{FF2B5EF4-FFF2-40B4-BE49-F238E27FC236}">
                <a16:creationId xmlns:a16="http://schemas.microsoft.com/office/drawing/2014/main" id="{64085865-84DD-D14B-B7E9-3C4CAB82DFA6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3FC8F8BC-FDEA-A84F-8504-E580426B5E6E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17C9E6E6-F1E6-834A-AC0F-37529EFB354F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17C9E6E6-F1E6-834A-AC0F-37529EFB3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6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5ADE3EBA-881D-DF48-B382-C415C3ACF2B1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5ADE3EBA-881D-DF48-B382-C415C3ACF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7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96C3B90A-4171-E945-9813-F4DDD169F673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96C3B90A-4171-E945-9813-F4DDD16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8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C9D71DC0-08F4-7747-99BD-A271365E5CCE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C9D71DC0-08F4-7747-99BD-A271365E5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9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B399C7CC-C434-2946-82A8-FAE581EB022E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B399C7CC-C434-2946-82A8-FAE581EB0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TextBox 338">
            <a:extLst>
              <a:ext uri="{FF2B5EF4-FFF2-40B4-BE49-F238E27FC236}">
                <a16:creationId xmlns:a16="http://schemas.microsoft.com/office/drawing/2014/main" id="{DC96434A-4135-1843-B6BC-AF5B6E8EA40E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FDB47E0-FFAA-8A45-BD17-D3F4B8C68D09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66E8B370-79E6-4C45-89CD-62B19C1FEE42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C5B2F137-D2CC-5545-B004-E760C36B5EF0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EB409DEA-ABA3-6B41-A2CC-0CE4C3259268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EB409DEA-ABA3-6B41-A2CC-0CE4C3259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30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6246E8CB-46D0-8F47-BC15-E074F3DED125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8D92CBC9-6115-D342-BE29-63C89C5C8D5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583949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2AE3241-F08B-5C46-AC77-7C2B7845296C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ACD1E64-408A-044D-ADFD-95E2C9EFDF4D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168DB8A-5240-844C-ACE9-8C14B0CE6405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BFB8D851-355E-A64F-890D-4CF3B11A0B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CF552565-F91C-5240-8BF1-1CCD0DEB9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31FD32C-5E0A-AB42-8010-E07C999CEB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C0A24820-7C56-3442-AF64-EAC7D1167A0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0C742D2-76A7-2F40-82A5-07BA9486E1E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0" name="Terminator 279">
              <a:extLst>
                <a:ext uri="{FF2B5EF4-FFF2-40B4-BE49-F238E27FC236}">
                  <a16:creationId xmlns:a16="http://schemas.microsoft.com/office/drawing/2014/main" id="{454C08D8-A308-CB48-B9E3-9D0902222347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9D1ED325-E260-2C46-898C-44F869DE853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1CA2207F-8751-0549-91C8-BCE9C07A1CAB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35402D86-FF4E-BE4A-8B01-9C18AA52BA24}"/>
              </a:ext>
            </a:extLst>
          </p:cNvPr>
          <p:cNvCxnSpPr>
            <a:cxnSpLocks/>
            <a:stCxn id="298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8A903FF-1711-9B4C-B9C7-42935E0DCEFD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6" name="Rounded Rectangle 295">
              <a:extLst>
                <a:ext uri="{FF2B5EF4-FFF2-40B4-BE49-F238E27FC236}">
                  <a16:creationId xmlns:a16="http://schemas.microsoft.com/office/drawing/2014/main" id="{198D0D8F-E53D-0842-8E9E-E91CB823F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F1257F3F-EEA0-7E45-A33F-878AB4C37AA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B6772D20-DFFB-C547-8745-3FF322397511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5D644536-CDF5-2B42-8149-3C1AC4FDC2E1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DF562B7A-0B3B-324E-90C0-6DD71EA09912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AC14A70-F849-B04E-A7B0-344D0A25D60F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09EFEC0-6A54-A84C-8246-179E12C37FE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98145BD4-861A-0B48-8BAF-C509297E088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2FAB5B3E-CE69-9046-A594-29174B8A4868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2FAB5B3E-CE69-9046-A594-29174B8A4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15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F89EFD1-4DC2-7D44-8327-753A76F10E66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9F89EFD1-4DC2-7D44-8327-753A76F10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16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2D12E81D-D683-1647-9802-F9A171A8A506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2D12E81D-D683-1647-9802-F9A171A8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17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C3A78C34-E08B-084D-ADD6-D0460A7E0C57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C3A78C34-E08B-084D-ADD6-D0460A7E0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18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870CF98-4349-AB45-9139-70F4FE4F605A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870CF98-4349-AB45-9139-70F4FE4F6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9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77DCDAE6-E718-AE4A-952A-F2D7F9F7C28D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77DCDAE6-E718-AE4A-952A-F2D7F9F7C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2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TextBox 321">
            <a:extLst>
              <a:ext uri="{FF2B5EF4-FFF2-40B4-BE49-F238E27FC236}">
                <a16:creationId xmlns:a16="http://schemas.microsoft.com/office/drawing/2014/main" id="{904E0956-68F1-A140-9835-6E8BF6F4460B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61804F32-3DD9-934D-B03B-B7A445802860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724AD6C1-BAAD-8B40-93A0-3EE6BD8835C5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5336EAA4-5F4E-9848-986A-A590B4E6FEAE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77D46A6A-68B4-4649-B08C-7C8198BA310A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800A8BE-36AB-3D43-89D1-16ABD5AB664C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132BD339-D214-C843-9436-A442416AA48C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132BD339-D214-C843-9436-A442416A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21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4AF8248B-FD46-5946-A999-4C65BF1F3D76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4AF8248B-FD46-5946-A999-4C65BF1F3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2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257F53E9-F9FD-0C47-A5DB-E0CBD4C50F20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257F53E9-F9FD-0C47-A5DB-E0CBD4C50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23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4F3AD052-7464-2743-B1E7-9A973800B302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4F3AD052-7464-2743-B1E7-9A973800B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2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3" name="TextBox 332">
            <a:extLst>
              <a:ext uri="{FF2B5EF4-FFF2-40B4-BE49-F238E27FC236}">
                <a16:creationId xmlns:a16="http://schemas.microsoft.com/office/drawing/2014/main" id="{3B6DC5CE-87B3-7B44-BD8A-F353D4266F50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AE2861D9-1C01-C04C-B9E7-898A08C0CF37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AE2861D9-1C01-C04C-B9E7-898A08C0C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25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Rectangle 334">
            <a:extLst>
              <a:ext uri="{FF2B5EF4-FFF2-40B4-BE49-F238E27FC236}">
                <a16:creationId xmlns:a16="http://schemas.microsoft.com/office/drawing/2014/main" id="{709A7FC0-5CA7-B04E-8992-7F95514931F0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E3C3DB18-4144-B849-9407-AE64B776BC0C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E774931-FD95-6C4D-9CBD-303E6DDCF795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E774931-FD95-6C4D-9CBD-303E6DDCF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6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D169AD12-2D1A-694C-AE40-CD22193F408A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D169AD12-2D1A-694C-AE40-CD22193F4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7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D68BF9EE-02C3-A94A-A71C-291574E9C641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D68BF9EE-02C3-A94A-A71C-291574E9C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8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07C34CD4-2A21-E24A-A758-968FAB38A329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07C34CD4-2A21-E24A-A758-968FAB38A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9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2FDE61B-5175-BC47-930E-DB61B4C30518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2FDE61B-5175-BC47-930E-DB61B4C30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3" name="TextBox 342">
            <a:extLst>
              <a:ext uri="{FF2B5EF4-FFF2-40B4-BE49-F238E27FC236}">
                <a16:creationId xmlns:a16="http://schemas.microsoft.com/office/drawing/2014/main" id="{DD5B77BA-758C-B648-BCD1-BDBA13281EDC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C87B75EE-7878-B24A-A404-8E65E2FD00C2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896AB21A-89C1-AF4D-BEEF-859ADA5479BC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67F8FF3E-1A5F-DA43-A1C2-E18343C3520C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A98B3538-BB53-A949-8639-E15DBAF1172B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A98B3538-BB53-A949-8639-E15DBAF11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30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6A96774E-8B37-1842-939D-6390FC884E75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E1E3A5D-ED6B-D54C-821F-0319F2855C3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932032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2AE3241-F08B-5C46-AC77-7C2B7845296C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ACD1E64-408A-044D-ADFD-95E2C9EFDF4D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168DB8A-5240-844C-ACE9-8C14B0CE6405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BFB8D851-355E-A64F-890D-4CF3B11A0B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CF552565-F91C-5240-8BF1-1CCD0DEB9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31FD32C-5E0A-AB42-8010-E07C999CEB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C0A24820-7C56-3442-AF64-EAC7D1167A0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0C742D2-76A7-2F40-82A5-07BA9486E1E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0" name="Terminator 279">
              <a:extLst>
                <a:ext uri="{FF2B5EF4-FFF2-40B4-BE49-F238E27FC236}">
                  <a16:creationId xmlns:a16="http://schemas.microsoft.com/office/drawing/2014/main" id="{454C08D8-A308-CB48-B9E3-9D0902222347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9D1ED325-E260-2C46-898C-44F869DE853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1CA2207F-8751-0549-91C8-BCE9C07A1CAB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35402D86-FF4E-BE4A-8B01-9C18AA52BA24}"/>
              </a:ext>
            </a:extLst>
          </p:cNvPr>
          <p:cNvCxnSpPr>
            <a:cxnSpLocks/>
            <a:stCxn id="298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8A903FF-1711-9B4C-B9C7-42935E0DCEFD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6" name="Rounded Rectangle 295">
              <a:extLst>
                <a:ext uri="{FF2B5EF4-FFF2-40B4-BE49-F238E27FC236}">
                  <a16:creationId xmlns:a16="http://schemas.microsoft.com/office/drawing/2014/main" id="{198D0D8F-E53D-0842-8E9E-E91CB823F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F1257F3F-EEA0-7E45-A33F-878AB4C37AA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E9B089E7-0CAD-EC4D-B954-C92C7145342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483A7ABC-62F5-9640-956C-73C6F609D089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F6E263C9-EB01-AD44-9B58-C77226267022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40DFDC07-3B9F-D84B-8344-0A20B4993F6D}"/>
              </a:ext>
            </a:extLst>
          </p:cNvPr>
          <p:cNvCxnSpPr>
            <a:cxnSpLocks noChangeAspect="1"/>
            <a:endCxn id="299" idx="0"/>
          </p:cNvCxnSpPr>
          <p:nvPr/>
        </p:nvCxnSpPr>
        <p:spPr>
          <a:xfrm>
            <a:off x="6788509" y="1377950"/>
            <a:ext cx="0" cy="261958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Oval 302">
            <a:extLst>
              <a:ext uri="{FF2B5EF4-FFF2-40B4-BE49-F238E27FC236}">
                <a16:creationId xmlns:a16="http://schemas.microsoft.com/office/drawing/2014/main" id="{CB8E68CE-4F01-504E-B54E-3927A6D9123C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A33C5692-89F3-8B4C-BA86-F16C8EB391EA}"/>
              </a:ext>
            </a:extLst>
          </p:cNvPr>
          <p:cNvCxnSpPr>
            <a:cxnSpLocks noChangeAspect="1"/>
            <a:endCxn id="303" idx="0"/>
          </p:cNvCxnSpPr>
          <p:nvPr/>
        </p:nvCxnSpPr>
        <p:spPr>
          <a:xfrm>
            <a:off x="7045418" y="1678045"/>
            <a:ext cx="0" cy="153416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013C08C9-405A-7640-9A78-20E8BE6149A3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FC525BC-AAF4-B14C-B095-831C4798643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21477712-3218-0F41-8731-7B882E9B8A01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05034A9A-D8E4-F041-A418-130C7E67283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Oval 312">
            <a:extLst>
              <a:ext uri="{FF2B5EF4-FFF2-40B4-BE49-F238E27FC236}">
                <a16:creationId xmlns:a16="http://schemas.microsoft.com/office/drawing/2014/main" id="{5ECC30AC-DBC7-054C-B41B-F37AC602C98C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C76719B3-2960-264D-A4A3-5CDA68ECCDD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>
            <a:extLst>
              <a:ext uri="{FF2B5EF4-FFF2-40B4-BE49-F238E27FC236}">
                <a16:creationId xmlns:a16="http://schemas.microsoft.com/office/drawing/2014/main" id="{57A0996D-A344-E943-8903-9FE30E03D282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92110F8-223D-3F4B-A78C-64200FC89A0B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2160FA5C-0BC9-4746-BF3B-CEFED555B94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F06DDC25-2BA4-E346-82D8-25E14FDF585C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FC4B6C7F-40BE-5347-A71E-F648672DE958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FC4B6C7F-40BE-5347-A71E-F648672DE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15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822220AD-44A6-BE47-B6CF-F429A153C21F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822220AD-44A6-BE47-B6CF-F429A153C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16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FD0B3A1E-B627-D64A-98BB-A03EDEB90A9E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FD0B3A1E-B627-D64A-98BB-A03EDEB90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17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911D3982-775D-1549-85BB-44D9DA2B0C85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911D3982-775D-1549-85BB-44D9DA2B0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18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4113379C-BDF4-AA47-9775-453F158806BC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4113379C-BDF4-AA47-9775-453F15880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9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7D878C35-80BB-4F43-AB05-308EC64AF2B5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7D878C35-80BB-4F43-AB05-308EC64AF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2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3" name="TextBox 332">
            <a:extLst>
              <a:ext uri="{FF2B5EF4-FFF2-40B4-BE49-F238E27FC236}">
                <a16:creationId xmlns:a16="http://schemas.microsoft.com/office/drawing/2014/main" id="{A6F64A64-0E64-6D4D-A813-72E0CF7C3E59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350F0BC7-FE2A-D444-A138-3FC718A190CF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D1A3A79-16BB-C547-B88E-57DC359F046B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6D29A26A-DFFD-484F-B870-6776C75B2E57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3CCB5617-97C2-B14F-B72F-AD69BE1E52E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2F838983-0EFA-EC48-B3B9-EF76745DA4DF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7A831263-8F72-5B46-88BF-0BD72303B057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7A831263-8F72-5B46-88BF-0BD72303B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21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8EAF8518-3F79-A746-A773-1BE73D36FECC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8EAF8518-3F79-A746-A773-1BE73D36F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2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98F4DE24-AFCE-E349-83B8-08BB375BCE36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98F4DE24-AFCE-E349-83B8-08BB375BC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23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AFCD84D1-ABDD-864E-BAE2-14305C311224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AFCD84D1-ABDD-864E-BAE2-14305C311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2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4" name="TextBox 343">
            <a:extLst>
              <a:ext uri="{FF2B5EF4-FFF2-40B4-BE49-F238E27FC236}">
                <a16:creationId xmlns:a16="http://schemas.microsoft.com/office/drawing/2014/main" id="{21960BE0-FBF3-A941-B541-76C7765D3BEC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B9CEDBEC-4644-B940-BA48-DBEA0F6A3132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B9CEDBEC-4644-B940-BA48-DBEA0F6A3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25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Rectangle 347">
            <a:extLst>
              <a:ext uri="{FF2B5EF4-FFF2-40B4-BE49-F238E27FC236}">
                <a16:creationId xmlns:a16="http://schemas.microsoft.com/office/drawing/2014/main" id="{508BB3E1-A564-774F-AFF2-CF56807B5984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4A1605D0-B5E8-FF45-8967-405BCBCB43B0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63A64999-47D3-344B-86B0-DB9C04533691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63A64999-47D3-344B-86B0-DB9C04533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6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D01EBC2-B446-4941-A924-5E1193662E1F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D01EBC2-B446-4941-A924-5E1193662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7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ABB4F914-9E8B-9749-9CD1-B19CE303B258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ABB4F914-9E8B-9749-9CD1-B19CE303B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8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EBDF84E3-F081-E041-9DBC-D842DF507F99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EBDF84E3-F081-E041-9DBC-D842DF507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9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2A639BC9-76E9-C74E-905C-23A20F6C8F53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2A639BC9-76E9-C74E-905C-23A20F6C8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" name="TextBox 354">
            <a:extLst>
              <a:ext uri="{FF2B5EF4-FFF2-40B4-BE49-F238E27FC236}">
                <a16:creationId xmlns:a16="http://schemas.microsoft.com/office/drawing/2014/main" id="{D8647702-A878-464F-A722-54A4621D568A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B5A3792B-D7C9-904E-8D5E-A34705129EAA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4A00914D-9ACF-254D-B8F7-2F6FFD5AD80B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4399F216-77C2-AD49-BB1D-2EE649697E83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0B53C6B4-90C8-AC4B-98D0-E3BF56CFB998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0B53C6B4-90C8-AC4B-98D0-E3BF56CFB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30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2" name="TextBox 271">
            <a:extLst>
              <a:ext uri="{FF2B5EF4-FFF2-40B4-BE49-F238E27FC236}">
                <a16:creationId xmlns:a16="http://schemas.microsoft.com/office/drawing/2014/main" id="{FDFDB5AF-A5D6-394D-A130-7AA2BC174B89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27942E30-74FE-9A43-8312-CBCCABC7339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266993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2AE3241-F08B-5C46-AC77-7C2B7845296C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ACD1E64-408A-044D-ADFD-95E2C9EFDF4D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168DB8A-5240-844C-ACE9-8C14B0CE6405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BFB8D851-355E-A64F-890D-4CF3B11A0B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CF552565-F91C-5240-8BF1-1CCD0DEB9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31FD32C-5E0A-AB42-8010-E07C999CEB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C0A24820-7C56-3442-AF64-EAC7D1167A0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0C742D2-76A7-2F40-82A5-07BA9486E1E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0" name="Terminator 279">
              <a:extLst>
                <a:ext uri="{FF2B5EF4-FFF2-40B4-BE49-F238E27FC236}">
                  <a16:creationId xmlns:a16="http://schemas.microsoft.com/office/drawing/2014/main" id="{454C08D8-A308-CB48-B9E3-9D0902222347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9D1ED325-E260-2C46-898C-44F869DE853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1CA2207F-8751-0549-91C8-BCE9C07A1CAB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35402D86-FF4E-BE4A-8B01-9C18AA52BA24}"/>
              </a:ext>
            </a:extLst>
          </p:cNvPr>
          <p:cNvCxnSpPr>
            <a:cxnSpLocks/>
            <a:stCxn id="298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8A903FF-1711-9B4C-B9C7-42935E0DCEFD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6" name="Rounded Rectangle 295">
              <a:extLst>
                <a:ext uri="{FF2B5EF4-FFF2-40B4-BE49-F238E27FC236}">
                  <a16:creationId xmlns:a16="http://schemas.microsoft.com/office/drawing/2014/main" id="{198D0D8F-E53D-0842-8E9E-E91CB823F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F1257F3F-EEA0-7E45-A33F-878AB4C37AA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E9B089E7-0CAD-EC4D-B954-C92C7145342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483A7ABC-62F5-9640-956C-73C6F609D089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F6E263C9-EB01-AD44-9B58-C77226267022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40DFDC07-3B9F-D84B-8344-0A20B4993F6D}"/>
              </a:ext>
            </a:extLst>
          </p:cNvPr>
          <p:cNvCxnSpPr>
            <a:cxnSpLocks noChangeAspect="1"/>
            <a:endCxn id="299" idx="0"/>
          </p:cNvCxnSpPr>
          <p:nvPr/>
        </p:nvCxnSpPr>
        <p:spPr>
          <a:xfrm>
            <a:off x="6788509" y="1377950"/>
            <a:ext cx="0" cy="261958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Oval 302">
            <a:extLst>
              <a:ext uri="{FF2B5EF4-FFF2-40B4-BE49-F238E27FC236}">
                <a16:creationId xmlns:a16="http://schemas.microsoft.com/office/drawing/2014/main" id="{CB8E68CE-4F01-504E-B54E-3927A6D9123C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A33C5692-89F3-8B4C-BA86-F16C8EB391EA}"/>
              </a:ext>
            </a:extLst>
          </p:cNvPr>
          <p:cNvCxnSpPr>
            <a:cxnSpLocks noChangeAspect="1"/>
            <a:endCxn id="303" idx="0"/>
          </p:cNvCxnSpPr>
          <p:nvPr/>
        </p:nvCxnSpPr>
        <p:spPr>
          <a:xfrm>
            <a:off x="7045418" y="1678045"/>
            <a:ext cx="0" cy="153416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013C08C9-405A-7640-9A78-20E8BE6149A3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FC525BC-AAF4-B14C-B095-831C4798643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21477712-3218-0F41-8731-7B882E9B8A01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05034A9A-D8E4-F041-A418-130C7E67283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09349618-B58B-A647-877D-8C41505EBD98}"/>
              </a:ext>
            </a:extLst>
          </p:cNvPr>
          <p:cNvCxnSpPr>
            <a:cxnSpLocks/>
          </p:cNvCxnSpPr>
          <p:nvPr/>
        </p:nvCxnSpPr>
        <p:spPr>
          <a:xfrm flipV="1">
            <a:off x="8241979" y="1950807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B32AA6EA-82ED-5249-9A55-0A6593B2CD4F}"/>
              </a:ext>
            </a:extLst>
          </p:cNvPr>
          <p:cNvSpPr txBox="1">
            <a:spLocks noChangeAspect="1"/>
          </p:cNvSpPr>
          <p:nvPr/>
        </p:nvSpPr>
        <p:spPr>
          <a:xfrm>
            <a:off x="7861862" y="2229968"/>
            <a:ext cx="761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95BBE44B-82F6-AE4B-B97E-75E89EBCF061}"/>
              </a:ext>
            </a:extLst>
          </p:cNvPr>
          <p:cNvSpPr txBox="1">
            <a:spLocks noChangeAspect="1"/>
          </p:cNvSpPr>
          <p:nvPr/>
        </p:nvSpPr>
        <p:spPr>
          <a:xfrm>
            <a:off x="8238693" y="1996064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A0A5E570-617E-7343-AC81-0ACA11FA768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202807" y="213899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Oval 322">
            <a:extLst>
              <a:ext uri="{FF2B5EF4-FFF2-40B4-BE49-F238E27FC236}">
                <a16:creationId xmlns:a16="http://schemas.microsoft.com/office/drawing/2014/main" id="{4149C91C-604D-374F-80D4-1994B7686204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80EAF4E9-D723-2742-8744-4D8A43B1642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>
            <a:extLst>
              <a:ext uri="{FF2B5EF4-FFF2-40B4-BE49-F238E27FC236}">
                <a16:creationId xmlns:a16="http://schemas.microsoft.com/office/drawing/2014/main" id="{C3633CDA-D3A3-AC4C-8A67-383B2F0212F9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570FD8F8-D49E-5A4D-8548-6C45774E4944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D55115A0-1B21-DC4B-B928-39497995A4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6E594350-2D20-1949-831B-F0B958AC8FB9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6449171C-6884-544F-99F5-1B3177445AAF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6449171C-6884-544F-99F5-1B3177445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15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80C6465F-6242-2A4E-AC9F-B7D12D756FB4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80C6465F-6242-2A4E-AC9F-B7D12D756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16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1D7FC0E3-8C80-3744-87E6-B4FB9F45048C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1D7FC0E3-8C80-3744-87E6-B4FB9F450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17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360FF73-E984-C944-A2D2-C170460DEBBD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360FF73-E984-C944-A2D2-C170460DE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18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BA60EB95-AFAA-3B40-AB27-1BE3854E72A9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BA60EB95-AFAA-3B40-AB27-1BE3854E7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9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344EA178-8C8C-0444-BEF5-D4C0572EE33F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344EA178-8C8C-0444-BEF5-D4C0572EE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2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0" name="TextBox 339">
            <a:extLst>
              <a:ext uri="{FF2B5EF4-FFF2-40B4-BE49-F238E27FC236}">
                <a16:creationId xmlns:a16="http://schemas.microsoft.com/office/drawing/2014/main" id="{58816A16-3E44-9447-85BB-1CD166DCDEC5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BD7FC048-7AE5-1E42-B702-16CA7411CDE0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46C77CBB-D286-0645-966A-796E741B68E1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3AC6BABF-5230-2D40-B69B-ABD15E725987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20175F41-7291-7D47-AFED-2F2D533183D3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6E46C48B-4285-E04F-9A08-AD6BE92C29B4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04A10389-CA90-324F-AA28-8B944F04C860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04A10389-CA90-324F-AA28-8B944F04C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21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986A928-3BC6-8E4B-BC2B-72271B62EF33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986A928-3BC6-8E4B-BC2B-72271B62E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2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B1CC6577-9AAC-B94E-9DB6-EDCDCF739FFC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B1CC6577-9AAC-B94E-9DB6-EDCDCF739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23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92A3278E-0986-1C4D-8E4D-CEFDE908FB12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92A3278E-0986-1C4D-8E4D-CEFDE908F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2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TextBox 351">
            <a:extLst>
              <a:ext uri="{FF2B5EF4-FFF2-40B4-BE49-F238E27FC236}">
                <a16:creationId xmlns:a16="http://schemas.microsoft.com/office/drawing/2014/main" id="{F5FCEF67-13F1-E445-AE13-3C79756A818F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1E6F3E9-FDB6-244A-8B7E-B0569F2D9CA1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1E6F3E9-FDB6-244A-8B7E-B0569F2D9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25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Rectangle 353">
            <a:extLst>
              <a:ext uri="{FF2B5EF4-FFF2-40B4-BE49-F238E27FC236}">
                <a16:creationId xmlns:a16="http://schemas.microsoft.com/office/drawing/2014/main" id="{0B4DCAA8-1A1A-C842-8BF7-AD5F3F579B72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9A27E760-3B64-4548-8C8C-DCC439CEBA31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8182DA0B-FC15-8942-AD30-6E564449147A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8182DA0B-FC15-8942-AD30-6E5644491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6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91D61C31-0306-3C40-A5D0-285E7AAB1AEE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91D61C31-0306-3C40-A5D0-285E7AAB1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7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31AEC19E-511E-A545-996C-480B3EC37E09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31AEC19E-511E-A545-996C-480B3EC37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8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2A9974B0-CB77-8045-A3EA-73445C801CE0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2A9974B0-CB77-8045-A3EA-73445C801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9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03DA4CB4-5A13-F04A-993C-501B3019C75B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03DA4CB4-5A13-F04A-993C-501B3019C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1" name="TextBox 360">
            <a:extLst>
              <a:ext uri="{FF2B5EF4-FFF2-40B4-BE49-F238E27FC236}">
                <a16:creationId xmlns:a16="http://schemas.microsoft.com/office/drawing/2014/main" id="{33C8C7BA-8BA9-B448-A76B-E2B43091873A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C25BA5C2-3AF9-2C47-B209-D7F51E340950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59459964-CDF6-6143-BBF8-7A1D2B4B8953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E2A35DD1-31B5-4041-9EDF-C6F80B8D46EE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EA41CF2D-56EC-5E4A-9676-1CC0FECF55A6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EA41CF2D-56EC-5E4A-9676-1CC0FECF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30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2" name="TextBox 271">
            <a:extLst>
              <a:ext uri="{FF2B5EF4-FFF2-40B4-BE49-F238E27FC236}">
                <a16:creationId xmlns:a16="http://schemas.microsoft.com/office/drawing/2014/main" id="{F89AB7E3-D18A-4A4D-850B-9E5316999FEB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C97EDC7C-6FF0-9648-B849-DDFE1920A02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4592901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1853C7C-0938-DF4E-98DA-E94DD563CD07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748F225-122D-DA42-9321-ED3FA7861D4E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9CA2B66-0437-2E45-B190-DB8125F01039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A5F45E9-7E1F-644A-A4B2-3CD5B1182F6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73BF33B-C004-4543-952C-0D563C93D95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427442B-39FF-0A4A-BE4D-A9743B41B1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CE1523-BB8E-E54F-AE40-9402CF40806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81572B0-5F07-8D48-97FB-0695EB417CC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06" name="Terminator 105">
              <a:extLst>
                <a:ext uri="{FF2B5EF4-FFF2-40B4-BE49-F238E27FC236}">
                  <a16:creationId xmlns:a16="http://schemas.microsoft.com/office/drawing/2014/main" id="{9325DEF0-F092-3649-B5F7-E8C87B005054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DD8751-B722-FE48-AC81-88C6839A1390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1E4759-721A-B84D-B2E3-012E7B33CF7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6084A4F-544B-0E48-8015-2CE316AEC337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2D0573-CD46-E444-B104-A5EE0612B67D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592E03F-81D0-6346-A482-BA518AD35738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926A4E-DBDB-5B41-8111-4C945D6342F9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7CA335-008F-AA49-BCE3-17DBF911E0F3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87408C-5AEB-8944-B1AD-532F02F7C7DD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69B7C3-53E5-B74F-86C8-5AC7A23024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E59EA9-CCA2-E141-A9B8-0D006AFDA9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A0F849-BD1F-124B-BFC8-D5C4AB2928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288DAD7-9590-C442-AC7F-8AB2664578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914F0EC-0BE7-F748-80DF-1160EB405B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120" name="Terminator 119">
              <a:extLst>
                <a:ext uri="{FF2B5EF4-FFF2-40B4-BE49-F238E27FC236}">
                  <a16:creationId xmlns:a16="http://schemas.microsoft.com/office/drawing/2014/main" id="{E63ADE79-68ED-3846-94D9-194717FD043A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EFE21A-5BD9-9348-88CB-D10E46840D19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03D338E-E7D2-E244-A6CF-AA8055008785}"/>
              </a:ext>
            </a:extLst>
          </p:cNvPr>
          <p:cNvCxnSpPr>
            <a:cxnSpLocks/>
          </p:cNvCxnSpPr>
          <p:nvPr/>
        </p:nvCxnSpPr>
        <p:spPr>
          <a:xfrm>
            <a:off x="7483333" y="2517442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8FA4C-54F8-0C43-9D9A-4EF6129D7DB6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6603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71223D-D352-9642-9933-11E761A0D5A0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859DC7E-CA96-6C4C-A4FB-7016124260CE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A303856-02C4-9040-BA93-25D32675D31E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BCE5BC-4521-254E-B600-B36E4A1A081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250A4F6-BDD9-5349-A1D2-DD6DC8892011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74806"/>
            <a:ext cx="0" cy="10122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981054D-E53B-1445-9409-81EAAD6FD68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3460689-47AE-A341-A8B0-1BB6B303A572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77EE8A-F52C-F248-91DF-6624E8DC6B90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066DBD0-E475-2748-8447-D2586F849CCE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85D722-83A3-6F4D-871C-90727CCD2C8C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AC5D3F-54C3-0646-819A-E2AE20D62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ACFA53-6445-8144-9746-EA7B1588A3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A91B44-1098-4644-A73D-15F9958800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36CDC24-CA24-074F-8131-58776615A47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770029-1568-7C43-AD7D-AC4AE4E8B9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D3C3DF6-4195-5F4D-B72E-972E1A229D6D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C30219D-130D-7F44-B8BF-3091124FFDC2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38A4184-52BD-5548-A529-A34DC145398A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64B943-9F5F-1E47-9844-10FCF2379C5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B5FADD12-7ED9-7541-9F8F-95685B71047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D57120-4C41-7F4F-B04D-E38F3CB07CDC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9B80EE0-3949-2C44-AF8D-42683E08B265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26A7A95-D389-524B-A437-D66482ACD111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90A521-94E6-244F-8AA4-0A1906298E0F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F7E1D60-45FE-9040-A530-D9342A4227A0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504B411-555B-C041-A36A-32F7D4E98DC8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20637AD-7B19-9143-B902-6791BF4E7FDE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8223ACD-E891-AE47-AB40-183A7578E349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C0DBC7A-81E2-FC4C-BEBB-F5F8C92034AF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73D760A-F728-234A-981A-1F6754B8FE1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AFF660-430C-1640-AF45-4F7CE1221B11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3BE2DBBA-431D-B546-8DD0-4D820059894C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F4AD44-EA33-D64D-8AD0-19F0B1A5DC6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0B39777-32DA-474E-8EA5-04B6840CB2B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A5356B-4124-D640-96E4-102244681A6D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21D348-005E-F74B-825E-7D4E46B2FC16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D02C9F-A6C1-5A46-931F-0CF0087743B8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D5786C5-C4DC-2749-B382-8C6226B97A53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184" name="Terminator 183">
            <a:extLst>
              <a:ext uri="{FF2B5EF4-FFF2-40B4-BE49-F238E27FC236}">
                <a16:creationId xmlns:a16="http://schemas.microsoft.com/office/drawing/2014/main" id="{CDD8B971-593C-1148-B166-629A6041CB5C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13A6245-9572-A74B-B010-85D7E8CFB20C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A6B1E02-D28F-FD40-A3D4-ED11F70E1570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8AA4A0E-CFA6-FA4A-9DFC-F385236B26A0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194" name="Trapezoid 193">
              <a:extLst>
                <a:ext uri="{FF2B5EF4-FFF2-40B4-BE49-F238E27FC236}">
                  <a16:creationId xmlns:a16="http://schemas.microsoft.com/office/drawing/2014/main" id="{48BA4F14-29A2-C140-9742-758ED6C11500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9D63C0C-7757-B143-93FC-2DCDA90BD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D9E984-227A-7043-BAC8-8D3DF8C95B58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9939B0-5663-2241-A81E-CFE65C70CEEA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D6C71BF4-AC24-E245-A4D2-11620E96BF62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1E11CF3-FBD8-EE4E-B586-CDFECB153EBC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B0A1C5B-303A-9340-ABD0-3D23AE5B2712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51438"/>
            <a:ext cx="0" cy="121398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813924-5B5A-2D49-8062-5A3660E9BE0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42B2E76-9FC5-8A4B-BD1E-04330BC90A3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AD78056-9908-904C-9F68-06FDA543333B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A974704-C1E9-C048-9FCC-AF6501170778}"/>
              </a:ext>
            </a:extLst>
          </p:cNvPr>
          <p:cNvCxnSpPr>
            <a:cxnSpLocks noChangeAspect="1"/>
            <a:stCxn id="194" idx="0"/>
          </p:cNvCxnSpPr>
          <p:nvPr/>
        </p:nvCxnSpPr>
        <p:spPr>
          <a:xfrm>
            <a:off x="2199605" y="748269"/>
            <a:ext cx="710632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5CE4BF5-B7C7-EC42-A2C9-76ABDF7E7AD3}"/>
              </a:ext>
            </a:extLst>
          </p:cNvPr>
          <p:cNvSpPr txBox="1">
            <a:spLocks noChangeAspect="1"/>
          </p:cNvSpPr>
          <p:nvPr/>
        </p:nvSpPr>
        <p:spPr>
          <a:xfrm>
            <a:off x="2279058" y="506422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A2ACC5-5040-DB45-83DC-BBE222DA531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342126" y="70015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BD11FB2-EF80-0A40-A8F6-F05BE9B0049F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C702887-88AA-BE4A-881C-3456E06F5A83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D99C94A-B242-324F-8746-D5920CBCA15D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274236-5422-F34B-81E7-40833B0ADD54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DD6DEE0-DEF3-A445-ADBC-62673601ADDE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B83A9EA-C032-7A45-B932-38B39D5E472D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AF6B29C-4653-6644-B0F9-A38F4C897905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1540074C-513E-1145-A466-6C3EC87C9A18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56D0F6A-E030-B849-B0EA-3AF5616CB1A3}"/>
              </a:ext>
            </a:extLst>
          </p:cNvPr>
          <p:cNvCxnSpPr>
            <a:cxnSpLocks noChangeAspect="1"/>
            <a:stCxn id="228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246F7334-F3E7-5D4E-8CB3-DE28C134C85F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224C4AF-FC2E-D440-9749-35F466A85A58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9088423-041D-644F-A5B8-3CBB1CCBA43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61F232F8-AF84-F14E-9ACC-E742E600A58B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D53310A-12F3-4F41-820C-EE4F875CD14F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91B1CDB-5660-0144-B923-610CC6AE47B3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82907A58-9C8B-874F-925A-DF40B4F831F3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A5BD418-9EE2-FE47-81FC-6B892E16761B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4B2E721-265A-324B-833C-07DE1E04AB28}"/>
              </a:ext>
            </a:extLst>
          </p:cNvPr>
          <p:cNvCxnSpPr>
            <a:cxnSpLocks noChangeAspect="1"/>
          </p:cNvCxnSpPr>
          <p:nvPr/>
        </p:nvCxnSpPr>
        <p:spPr>
          <a:xfrm>
            <a:off x="9302750" y="748269"/>
            <a:ext cx="30565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Oval 260">
            <a:extLst>
              <a:ext uri="{FF2B5EF4-FFF2-40B4-BE49-F238E27FC236}">
                <a16:creationId xmlns:a16="http://schemas.microsoft.com/office/drawing/2014/main" id="{58E10A69-D774-EC46-A600-178755C385D9}"/>
              </a:ext>
            </a:extLst>
          </p:cNvPr>
          <p:cNvSpPr>
            <a:spLocks noChangeAspect="1"/>
          </p:cNvSpPr>
          <p:nvPr/>
        </p:nvSpPr>
        <p:spPr>
          <a:xfrm>
            <a:off x="9257251" y="701724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42AE3241-F08B-5C46-AC77-7C2B7845296C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ACD1E64-408A-044D-ADFD-95E2C9EFDF4D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168DB8A-5240-844C-ACE9-8C14B0CE6405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BFB8D851-355E-A64F-890D-4CF3B11A0B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CF552565-F91C-5240-8BF1-1CCD0DEB9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31FD32C-5E0A-AB42-8010-E07C999CEB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C0A24820-7C56-3442-AF64-EAC7D1167A0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0C742D2-76A7-2F40-82A5-07BA9486E1E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0" name="Terminator 279">
              <a:extLst>
                <a:ext uri="{FF2B5EF4-FFF2-40B4-BE49-F238E27FC236}">
                  <a16:creationId xmlns:a16="http://schemas.microsoft.com/office/drawing/2014/main" id="{454C08D8-A308-CB48-B9E3-9D0902222347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9D1ED325-E260-2C46-898C-44F869DE853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1CA2207F-8751-0549-91C8-BCE9C07A1CAB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35402D86-FF4E-BE4A-8B01-9C18AA52BA24}"/>
              </a:ext>
            </a:extLst>
          </p:cNvPr>
          <p:cNvCxnSpPr>
            <a:cxnSpLocks/>
            <a:stCxn id="298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8A903FF-1711-9B4C-B9C7-42935E0DCEFD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6" name="Rounded Rectangle 295">
              <a:extLst>
                <a:ext uri="{FF2B5EF4-FFF2-40B4-BE49-F238E27FC236}">
                  <a16:creationId xmlns:a16="http://schemas.microsoft.com/office/drawing/2014/main" id="{198D0D8F-E53D-0842-8E9E-E91CB823F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F1257F3F-EEA0-7E45-A33F-878AB4C37AA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E9B089E7-0CAD-EC4D-B954-C92C71453425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483A7ABC-62F5-9640-956C-73C6F609D089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F6E263C9-EB01-AD44-9B58-C77226267022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40DFDC07-3B9F-D84B-8344-0A20B4993F6D}"/>
              </a:ext>
            </a:extLst>
          </p:cNvPr>
          <p:cNvCxnSpPr>
            <a:cxnSpLocks noChangeAspect="1"/>
            <a:endCxn id="299" idx="0"/>
          </p:cNvCxnSpPr>
          <p:nvPr/>
        </p:nvCxnSpPr>
        <p:spPr>
          <a:xfrm>
            <a:off x="6788509" y="1377950"/>
            <a:ext cx="0" cy="261958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Oval 302">
            <a:extLst>
              <a:ext uri="{FF2B5EF4-FFF2-40B4-BE49-F238E27FC236}">
                <a16:creationId xmlns:a16="http://schemas.microsoft.com/office/drawing/2014/main" id="{CB8E68CE-4F01-504E-B54E-3927A6D9123C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A33C5692-89F3-8B4C-BA86-F16C8EB391EA}"/>
              </a:ext>
            </a:extLst>
          </p:cNvPr>
          <p:cNvCxnSpPr>
            <a:cxnSpLocks noChangeAspect="1"/>
            <a:endCxn id="303" idx="0"/>
          </p:cNvCxnSpPr>
          <p:nvPr/>
        </p:nvCxnSpPr>
        <p:spPr>
          <a:xfrm>
            <a:off x="7045418" y="1678045"/>
            <a:ext cx="0" cy="153416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013C08C9-405A-7640-9A78-20E8BE6149A3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FC525BC-AAF4-B14C-B095-831C4798643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21477712-3218-0F41-8731-7B882E9B8A01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05034A9A-D8E4-F041-A418-130C7E67283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09349618-B58B-A647-877D-8C41505EBD98}"/>
              </a:ext>
            </a:extLst>
          </p:cNvPr>
          <p:cNvCxnSpPr>
            <a:cxnSpLocks/>
          </p:cNvCxnSpPr>
          <p:nvPr/>
        </p:nvCxnSpPr>
        <p:spPr>
          <a:xfrm flipV="1">
            <a:off x="8241979" y="1950807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B32AA6EA-82ED-5249-9A55-0A6593B2CD4F}"/>
              </a:ext>
            </a:extLst>
          </p:cNvPr>
          <p:cNvSpPr txBox="1">
            <a:spLocks noChangeAspect="1"/>
          </p:cNvSpPr>
          <p:nvPr/>
        </p:nvSpPr>
        <p:spPr>
          <a:xfrm>
            <a:off x="7861862" y="2229968"/>
            <a:ext cx="761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95BBE44B-82F6-AE4B-B97E-75E89EBCF061}"/>
              </a:ext>
            </a:extLst>
          </p:cNvPr>
          <p:cNvSpPr txBox="1">
            <a:spLocks noChangeAspect="1"/>
          </p:cNvSpPr>
          <p:nvPr/>
        </p:nvSpPr>
        <p:spPr>
          <a:xfrm>
            <a:off x="8238693" y="1996064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A0A5E570-617E-7343-AC81-0ACA11FA768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202807" y="213899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Oval 324">
            <a:extLst>
              <a:ext uri="{FF2B5EF4-FFF2-40B4-BE49-F238E27FC236}">
                <a16:creationId xmlns:a16="http://schemas.microsoft.com/office/drawing/2014/main" id="{F95B7621-C681-6644-873E-D3BF51B9F483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976053B9-6198-1E42-B322-39CB7177DB5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3A8CA68F-9ACD-864F-A551-E27C8C1C5EA1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A9B5BB71-4E66-D14C-B15D-3C153985849F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18C177F8-BAC3-144B-A156-DDC9C94FFB1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4513FC76-9124-CD4B-96AF-0ED2407904A8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41D183ED-F1AE-074F-BD84-D4E40EA9B74F}"/>
              </a:ext>
            </a:extLst>
          </p:cNvPr>
          <p:cNvSpPr txBox="1">
            <a:spLocks noChangeAspect="1"/>
          </p:cNvSpPr>
          <p:nvPr/>
        </p:nvSpPr>
        <p:spPr>
          <a:xfrm>
            <a:off x="11638478" y="1086257"/>
            <a:ext cx="503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7ED47F32-1563-A445-882C-F697C45A0009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7ED47F32-1563-A445-882C-F697C45A0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15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32E81CBE-7AC0-8A47-87BD-64E080CCDB7C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32E81CBE-7AC0-8A47-87BD-64E080CCD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16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714BFAC4-D568-8748-A67F-01E33D6CBC61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714BFAC4-D568-8748-A67F-01E33D6CB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17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0FAF1A15-473D-EE49-BE7F-2F0E2426BE40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0FAF1A15-473D-EE49-BE7F-2F0E2426B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18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CA55BBA3-E8B7-3B43-B482-56F834A51975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CA55BBA3-E8B7-3B43-B482-56F834A51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9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BDD09534-71F2-E04F-A343-1A3BB5DB3139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BDD09534-71F2-E04F-A343-1A3BB5DB3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2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2" name="TextBox 341">
            <a:extLst>
              <a:ext uri="{FF2B5EF4-FFF2-40B4-BE49-F238E27FC236}">
                <a16:creationId xmlns:a16="http://schemas.microsoft.com/office/drawing/2014/main" id="{AC6F480C-D2D2-1C4E-81EB-71F58EC8787C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55BB46A3-F825-EF4A-95B1-304F9980EDF6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CE258F6-2E4C-C546-BFCD-BCF35EB6B470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FA1BB43D-6A24-2647-9990-07D9D7A80D59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318BC0F5-3265-1544-BD3A-5396AF35155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CDD38E80-908E-3642-A26B-BA150F0FCF9D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DE4E4989-26E6-8440-BB22-47038913AFD6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DE4E4989-26E6-8440-BB22-47038913A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21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B3F80DC-3F74-6B4A-BA2B-34AA39CC1382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B3F80DC-3F74-6B4A-BA2B-34AA39CC1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2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CAE23DF-56B0-1E47-BA44-AC9C20861426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CAE23DF-56B0-1E47-BA44-AC9C20861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23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BDC4B49-3487-9140-9750-22B31BA83745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BDC4B49-3487-9140-9750-22B31BA83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2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TextBox 353">
            <a:extLst>
              <a:ext uri="{FF2B5EF4-FFF2-40B4-BE49-F238E27FC236}">
                <a16:creationId xmlns:a16="http://schemas.microsoft.com/office/drawing/2014/main" id="{1031100A-4D0F-7244-83D9-970B20DCB276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441345FF-BE14-E942-A1A5-EAD653767D2F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441345FF-BE14-E942-A1A5-EAD653767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25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6" name="Rectangle 355">
            <a:extLst>
              <a:ext uri="{FF2B5EF4-FFF2-40B4-BE49-F238E27FC236}">
                <a16:creationId xmlns:a16="http://schemas.microsoft.com/office/drawing/2014/main" id="{5D3BDD7C-3D1D-2F47-A58B-2D4D1579492E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4721B73A-8EFD-6244-9F48-CC4AA9C72BA5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3D81421D-BE26-794A-89D9-FEBC3919FA32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3D81421D-BE26-794A-89D9-FEBC3919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26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AAB59457-74C9-E742-9C3A-953FAE3F929E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AAB59457-74C9-E742-9C3A-953FAE3F9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27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9BF69751-6F46-E142-8D10-6147FF2A7116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9BF69751-6F46-E142-8D10-6147FF2A7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28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21176E9F-8766-C947-A484-FFA8003C095A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21176E9F-8766-C947-A484-FFA8003C0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9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5D276A88-0D8F-0D45-AA9F-8961FAC8F3DD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5D276A88-0D8F-0D45-AA9F-8961FAC8F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1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" name="TextBox 362">
            <a:extLst>
              <a:ext uri="{FF2B5EF4-FFF2-40B4-BE49-F238E27FC236}">
                <a16:creationId xmlns:a16="http://schemas.microsoft.com/office/drawing/2014/main" id="{D7EE9F94-C6A3-4A4F-85DB-EFC4054C288D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6F0B1656-CAF4-E04C-8E55-CB2064CB3BC0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6A3D018B-8AE7-3346-BFD2-6F1F15B95EFF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C30AA5B1-DE36-E64E-9A87-8ECA9E605AF1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2477839-E8C5-B749-93DB-E2DFC41A368E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2477839-E8C5-B749-93DB-E2DFC41A3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30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2" name="TextBox 271">
            <a:extLst>
              <a:ext uri="{FF2B5EF4-FFF2-40B4-BE49-F238E27FC236}">
                <a16:creationId xmlns:a16="http://schemas.microsoft.com/office/drawing/2014/main" id="{C5B79D4E-EB44-744B-8B89-D62CBAB3BC78}"/>
              </a:ext>
            </a:extLst>
          </p:cNvPr>
          <p:cNvSpPr txBox="1"/>
          <p:nvPr/>
        </p:nvSpPr>
        <p:spPr>
          <a:xfrm>
            <a:off x="11626280" y="1297499"/>
            <a:ext cx="5196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00XXX</a:t>
            </a:r>
          </a:p>
          <a:p>
            <a:pPr algn="ctr"/>
            <a:r>
              <a:rPr lang="en-US" sz="1000" dirty="0"/>
              <a:t>01000</a:t>
            </a:r>
          </a:p>
          <a:p>
            <a:pPr algn="ctr"/>
            <a:r>
              <a:rPr lang="en-US" sz="1000" dirty="0"/>
              <a:t>01001</a:t>
            </a:r>
          </a:p>
          <a:p>
            <a:pPr algn="ctr"/>
            <a:r>
              <a:rPr lang="en-US" sz="1000" dirty="0"/>
              <a:t>01100</a:t>
            </a:r>
          </a:p>
          <a:p>
            <a:pPr algn="ctr"/>
            <a:r>
              <a:rPr lang="en-US" sz="1000" dirty="0"/>
              <a:t>01101</a:t>
            </a:r>
          </a:p>
          <a:p>
            <a:pPr algn="ctr"/>
            <a:r>
              <a:rPr lang="en-US" sz="1000" dirty="0"/>
              <a:t>01110</a:t>
            </a:r>
          </a:p>
          <a:p>
            <a:pPr algn="ctr"/>
            <a:r>
              <a:rPr lang="en-US" sz="1000" dirty="0"/>
              <a:t>01111</a:t>
            </a:r>
          </a:p>
          <a:p>
            <a:pPr algn="ctr"/>
            <a:r>
              <a:rPr lang="en-US" sz="1000" dirty="0"/>
              <a:t>1XXXX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0BA66CBB-D7F2-944A-B3BD-A3743D112718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D2A9DF3E-699B-DC42-9D72-385F075336C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74272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0370557-265B-DB43-8390-6FEDAF1CFD37}"/>
              </a:ext>
            </a:extLst>
          </p:cNvPr>
          <p:cNvCxnSpPr>
            <a:cxnSpLocks/>
            <a:stCxn id="291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619449-FF60-A54B-99ED-4C8299447EE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87ADB5B-A230-FD4E-A526-BDF0DB0F7F69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569550-7AAA-3A41-8AE1-241ADB6602F3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211" name="Trapezoid 210">
              <a:extLst>
                <a:ext uri="{FF2B5EF4-FFF2-40B4-BE49-F238E27FC236}">
                  <a16:creationId xmlns:a16="http://schemas.microsoft.com/office/drawing/2014/main" id="{F4FB696F-F5DE-2742-A38D-28D25E2272F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6791B19-2938-D64F-85DC-34EDC4E7D06E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D7DE54D-BA85-B745-91D4-70A2D6592813}"/>
              </a:ext>
            </a:extLst>
          </p:cNvPr>
          <p:cNvCxnSpPr>
            <a:cxnSpLocks noChangeAspect="1"/>
            <a:stCxn id="230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0EED4AD-BC25-1D46-B25F-1935C58F5FE2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58DE656D-9BB2-5B41-AD37-4B9927B11735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D3B5495-4088-8641-9F36-80405E286175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4C4C07B8-57E5-2442-9BDE-D93E1DA0F1C5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16A0233-A2DC-3C4E-88C2-1E1D35531C3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6B1BE609-9343-3B40-B0A6-F58E02035BE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37C82594-AEA4-E641-A71E-835D4774C9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187B66B0-A910-3240-841C-5346793D4D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E01DAEE-3358-F94C-98CD-2F63FEE0DB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28" name="Terminator 327">
              <a:extLst>
                <a:ext uri="{FF2B5EF4-FFF2-40B4-BE49-F238E27FC236}">
                  <a16:creationId xmlns:a16="http://schemas.microsoft.com/office/drawing/2014/main" id="{0F3A7273-0B1B-5A4C-B603-00DACF405280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52F74950-D40D-A840-8D00-E5E442D6C3AB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B08BF73-E06F-3C41-8948-730BAF1DA631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6CFF3E8-B9D2-0446-8962-CF578DA114E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35EFE768-5A4E-1C4C-AFA6-D6717F06C93B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505A576D-4EC5-224B-828A-1F310438B256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19CF880-E2EC-BD47-9B62-CED35F48D488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CF305664-C2A0-554A-A4F5-8631B5D40B6F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979A72C1-29F8-AE47-B282-E88C4673E563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1F596BAB-C024-2641-8D71-289687C75B0F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7F05343E-A380-C64D-BD7F-D90A4445C567}"/>
              </a:ext>
            </a:extLst>
          </p:cNvPr>
          <p:cNvCxnSpPr>
            <a:cxnSpLocks noChangeAspect="1"/>
          </p:cNvCxnSpPr>
          <p:nvPr/>
        </p:nvCxnSpPr>
        <p:spPr>
          <a:xfrm>
            <a:off x="2199605" y="748269"/>
            <a:ext cx="740879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F93EF35-D098-CC40-8F75-2C2A39C7CEF1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8A823AFA-BF90-634A-9C47-C6EBAF0C0597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TextBox 409">
            <a:extLst>
              <a:ext uri="{FF2B5EF4-FFF2-40B4-BE49-F238E27FC236}">
                <a16:creationId xmlns:a16="http://schemas.microsoft.com/office/drawing/2014/main" id="{C6DF42CC-FE07-D142-A53E-D0122A12BD53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515D6C4D-5F08-454D-98BD-1F0A65EE50BF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Oval 411">
            <a:extLst>
              <a:ext uri="{FF2B5EF4-FFF2-40B4-BE49-F238E27FC236}">
                <a16:creationId xmlns:a16="http://schemas.microsoft.com/office/drawing/2014/main" id="{C469C41C-303F-6546-94D0-25CD8130A64E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F803CFF1-EF4D-8041-8369-7361430689D4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F33FE699-F923-4A47-BE66-B27E5D0AF8EE}"/>
              </a:ext>
            </a:extLst>
          </p:cNvPr>
          <p:cNvCxnSpPr>
            <a:cxnSpLocks noChangeAspect="1"/>
            <a:endCxn id="364" idx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ACA2E737-9F4D-2247-93EE-C643618001F0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3562704"/>
            <a:ext cx="276697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CE8B9FCC-9517-1941-A250-313CE2933362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0" cy="337281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730198F5-D850-FD43-A10C-57FA1FFF58E5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9992741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A2933059-BEC5-DF41-A6E8-BD7672095602}"/>
              </a:ext>
            </a:extLst>
          </p:cNvPr>
          <p:cNvCxnSpPr>
            <a:cxnSpLocks noChangeAspect="1"/>
          </p:cNvCxnSpPr>
          <p:nvPr/>
        </p:nvCxnSpPr>
        <p:spPr>
          <a:xfrm>
            <a:off x="10199327" y="186717"/>
            <a:ext cx="0" cy="7225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8E6ADD9D-A68C-F643-8CE5-07E728392CE2}"/>
              </a:ext>
            </a:extLst>
          </p:cNvPr>
          <p:cNvCxnSpPr>
            <a:cxnSpLocks noChangeAspect="1"/>
            <a:stCxn id="364" idx="2"/>
          </p:cNvCxnSpPr>
          <p:nvPr/>
        </p:nvCxnSpPr>
        <p:spPr>
          <a:xfrm>
            <a:off x="9932247" y="922534"/>
            <a:ext cx="267080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045835B3-78DC-8947-8CA3-06D18EA1256B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829FCCA-5AB0-A84D-93C1-61A900515EB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4FF36149-E8DA-BE42-B8F5-6BE09D7C022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8576FFF-A38F-114A-AF66-85B0AE1E359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F6270B51-FA74-614F-BDBA-58A18D8DF0D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2536B10D-DF66-5E4A-97F7-D2639858638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64" name="Terminator 363">
              <a:extLst>
                <a:ext uri="{FF2B5EF4-FFF2-40B4-BE49-F238E27FC236}">
                  <a16:creationId xmlns:a16="http://schemas.microsoft.com/office/drawing/2014/main" id="{EDFFFBCE-1414-9748-B34C-F3F2F641D736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B303312D-9D19-5442-A973-07F7FD7F58C6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4913887B-774B-7B4C-9482-24BAEE0A3CC9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23F355F5-B95E-6D48-AA66-CEBE806D471B}"/>
              </a:ext>
            </a:extLst>
          </p:cNvPr>
          <p:cNvCxnSpPr>
            <a:cxnSpLocks noChangeAspect="1"/>
            <a:stCxn id="479" idx="4"/>
          </p:cNvCxnSpPr>
          <p:nvPr/>
        </p:nvCxnSpPr>
        <p:spPr>
          <a:xfrm>
            <a:off x="9048563" y="3727022"/>
            <a:ext cx="0" cy="960014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D082F689-5471-754C-BEC6-1EB7C064BFB8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00617FE5-03E4-AF49-ACEB-16751191E11D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F767C045-35C1-AC41-A4F0-1136811286A2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4D7BEAAC-E3CF-7646-B42C-84AE96E3BE18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068A8B10-F5FD-2447-AB19-EBECF475AD5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AEE3F5A4-1365-DF47-AE5D-1AFD44531DBB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4224B02A-91C6-DD43-BE78-FF82DF045C9D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6562A99C-D3B6-D145-9CEB-EF68BD1F32AA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76E7ECFA-91A3-A548-85EC-65C181E2ADAC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68ED9E1C-D259-9047-9BCE-289A2E2A3117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53A22C2D-8C55-F446-AE6E-B39E45948D51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83AADFA7-600E-BA41-A030-3748DE5FD0AC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4CCCD465-A396-B44F-AA4B-76FFB73C903B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EF0A5FF-0BEF-6743-82E8-450914B2F97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487AD2C9-BBA1-4C45-A8B8-42A99C4D6BF8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5C969A-4831-6E44-886D-DC45A6CF78A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72D5CD-F8F1-5D4C-B709-27B13CEA6E89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072E0C6-CEB3-5D48-952F-1E5D9E7C6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D6AFDCFD-1C13-AE4D-8908-48C31D71C5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A03378C-9C11-4C45-92D4-8E2F93AE2AA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929BD477-2739-3D47-B3FC-7CE2669D727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11D1849-3BC8-C940-AAA0-BB0AAD276B0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BBFD0F97-CF4F-5441-B883-FF8FAD9AF065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0" name="Oval 229">
            <a:extLst>
              <a:ext uri="{FF2B5EF4-FFF2-40B4-BE49-F238E27FC236}">
                <a16:creationId xmlns:a16="http://schemas.microsoft.com/office/drawing/2014/main" id="{66F58FFA-790C-5841-A55A-1892166AC690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8FF6E60A-3A40-4144-A250-E61529853C0D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AB5E142-C255-A048-91AC-66B92F464F9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C07266A0-8472-C144-8B24-38D4CA973959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B42B184B-3A6C-C941-87C3-47108897DC6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FDDC661-850C-A545-A99F-6F4F0AFAB297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B3A2D39-062C-354F-9179-88D69C2745C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65F79CD-1B8A-AD45-AEFB-04F625FE46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A2B7920C-CB30-404D-9CF6-D076A99FB3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888C9343-61E0-8241-99BF-CEB715E8D2B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C9622EA-031B-FB44-AFA8-D3C6CAF30EF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1" name="Terminator 280">
              <a:extLst>
                <a:ext uri="{FF2B5EF4-FFF2-40B4-BE49-F238E27FC236}">
                  <a16:creationId xmlns:a16="http://schemas.microsoft.com/office/drawing/2014/main" id="{78164BFF-5B3A-C848-9B38-EAC3CABD8048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7B3FD88-7662-1D43-829E-4217A95142F9}"/>
              </a:ext>
            </a:extLst>
          </p:cNvPr>
          <p:cNvCxnSpPr>
            <a:cxnSpLocks/>
          </p:cNvCxnSpPr>
          <p:nvPr/>
        </p:nvCxnSpPr>
        <p:spPr>
          <a:xfrm>
            <a:off x="7483333" y="2526967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A1D945E7-B4CD-D04E-83B7-106F94B72550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75561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0EBA99BE-41F2-8F4E-8A2A-EFCB91373206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3E4B5A8-CC21-474D-A812-4E79FA2D0BC1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FDCC1B7-659D-AD47-B5F9-028342FC53AE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D23DE27-992F-774E-ACE2-D489B34D04A2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0" name="Rounded Rectangle 289">
              <a:extLst>
                <a:ext uri="{FF2B5EF4-FFF2-40B4-BE49-F238E27FC236}">
                  <a16:creationId xmlns:a16="http://schemas.microsoft.com/office/drawing/2014/main" id="{F437AF04-DBBE-D147-9D00-1F092DC13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FFE76A88-FB7A-2B4F-A72F-7E081B27734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DC7C49E-E0E6-3B4F-B019-59DD07BA06E3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E158717-2015-2841-BE1E-AEFEA5B347A7}"/>
              </a:ext>
            </a:extLst>
          </p:cNvPr>
          <p:cNvCxnSpPr>
            <a:cxnSpLocks noChangeAspect="1"/>
            <a:endCxn id="349" idx="0"/>
          </p:cNvCxnSpPr>
          <p:nvPr/>
        </p:nvCxnSpPr>
        <p:spPr>
          <a:xfrm>
            <a:off x="6788509" y="1377950"/>
            <a:ext cx="0" cy="261958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B564BA2D-0A66-E945-98B8-536D5977F629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66AE459-3BCA-DF48-939F-35BFC34B5779}"/>
              </a:ext>
            </a:extLst>
          </p:cNvPr>
          <p:cNvCxnSpPr>
            <a:cxnSpLocks noChangeAspect="1"/>
            <a:endCxn id="295" idx="0"/>
          </p:cNvCxnSpPr>
          <p:nvPr/>
        </p:nvCxnSpPr>
        <p:spPr>
          <a:xfrm>
            <a:off x="7045418" y="1678045"/>
            <a:ext cx="0" cy="153416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2469FFC-632C-C24F-8F1F-4D60A7D47230}"/>
              </a:ext>
            </a:extLst>
          </p:cNvPr>
          <p:cNvCxnSpPr>
            <a:cxnSpLocks/>
          </p:cNvCxnSpPr>
          <p:nvPr/>
        </p:nvCxnSpPr>
        <p:spPr>
          <a:xfrm flipV="1">
            <a:off x="8241979" y="1950807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D5E1A468-888E-7F4D-8D90-8135C978B211}"/>
              </a:ext>
            </a:extLst>
          </p:cNvPr>
          <p:cNvSpPr txBox="1">
            <a:spLocks noChangeAspect="1"/>
          </p:cNvSpPr>
          <p:nvPr/>
        </p:nvSpPr>
        <p:spPr>
          <a:xfrm>
            <a:off x="7861862" y="2229968"/>
            <a:ext cx="761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3CC3A3C-6A94-BA4A-B2BE-8EE829B0909D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E5065630-165C-2F40-B787-57C0A40A10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21A8164E-EE96-A147-AE1F-58B89BB3DB60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19AD5F2-8568-9F47-AF83-29AFF29CA5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75573989-3097-F14B-A5B4-0A3F1565B238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5C85F05C-BAF8-834F-B346-8A1E1880C09E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EABCC86C-FE0E-6848-8321-352CB17A85FD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F6F6B13-61CA-5048-B608-D2A83872B3B4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C2DB04F6-16AE-9E45-83FE-D5BD5007042C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385" name="Terminator 384">
            <a:extLst>
              <a:ext uri="{FF2B5EF4-FFF2-40B4-BE49-F238E27FC236}">
                <a16:creationId xmlns:a16="http://schemas.microsoft.com/office/drawing/2014/main" id="{885A1DB9-59E5-9A46-935B-A60651D8FFCF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E27C6BF0-4D3C-3742-87DA-1ABA23E6A61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727823D6-8454-254B-BBE7-088DA89F1223}"/>
              </a:ext>
            </a:extLst>
          </p:cNvPr>
          <p:cNvSpPr>
            <a:spLocks noChangeAspect="1"/>
          </p:cNvSpPr>
          <p:nvPr/>
        </p:nvSpPr>
        <p:spPr>
          <a:xfrm>
            <a:off x="9258942" y="69786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F283E8BE-C123-EB42-B1D8-CA13EEE33ED8}"/>
              </a:ext>
            </a:extLst>
          </p:cNvPr>
          <p:cNvCxnSpPr>
            <a:cxnSpLocks noChangeAspect="1"/>
            <a:stCxn id="387" idx="4"/>
          </p:cNvCxnSpPr>
          <p:nvPr/>
        </p:nvCxnSpPr>
        <p:spPr>
          <a:xfrm>
            <a:off x="9304662" y="789305"/>
            <a:ext cx="0" cy="117611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2B2D6E80-6229-254F-8385-BF50AEB8DBC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8023627-D9AB-034A-A27C-5408678BE201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D3C6FC53-E698-6047-B200-0C182D6C98FE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2DD8DD32-37A2-5445-932B-08110B245FB1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4FC0EF2-C4C1-9C41-A990-16904D309766}"/>
              </a:ext>
            </a:extLst>
          </p:cNvPr>
          <p:cNvSpPr txBox="1">
            <a:spLocks noChangeAspect="1"/>
          </p:cNvSpPr>
          <p:nvPr/>
        </p:nvSpPr>
        <p:spPr>
          <a:xfrm>
            <a:off x="8238693" y="1996064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2B5DD264-D0BA-F948-AA31-9A06086B4E0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202807" y="213899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BD832C4-321B-8941-A4BE-75D44ACCC1B7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04997CE6-6DCD-7846-9442-E8EDC7B7C0CA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325C4EB2-41D4-1344-A141-9EFD5B166B70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297298A3-37A1-F54F-94E9-ACB051B516E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E9B7F745-6B0B-9941-A529-1786AF94D6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4B83AAF9-D8A5-EC4A-AA97-2C7FB0391E51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C2494A06-AD3A-4C41-BE31-797C231519B5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82346356-AAE0-DF46-9B49-42D2C609D25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3901AE30-818D-D941-A54F-56AFE65EA7AA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TextBox 365">
            <a:extLst>
              <a:ext uri="{FF2B5EF4-FFF2-40B4-BE49-F238E27FC236}">
                <a16:creationId xmlns:a16="http://schemas.microsoft.com/office/drawing/2014/main" id="{623341DD-F54D-EE49-B8B8-79A07D6FB12C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FAF90725-ECE6-C74D-83F4-9EA43751EA61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F89AD8A9-11B1-3F48-B9AB-C5C84CF616FB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F5ACC32E-B742-BC49-BD57-CD0A90944A13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108B86A2-3B43-494B-B7A9-D01CD03630AC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50D1E18A-C65B-7849-A1AB-2C0A68E9DA3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13D62E37-1BA2-C94B-A429-5DED6E812D04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6012DB00-CAE5-7D44-BB2D-6452F5CD8A9A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F0B80BE0-6578-4F4A-AD9A-5BD83D7CC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A6909236-FA6E-9948-AF58-EE270A8D1BB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7AB3EE98-E911-A34F-A075-6F12582536D3}"/>
              </a:ext>
            </a:extLst>
          </p:cNvPr>
          <p:cNvSpPr txBox="1">
            <a:spLocks noChangeAspect="1"/>
          </p:cNvSpPr>
          <p:nvPr/>
        </p:nvSpPr>
        <p:spPr>
          <a:xfrm>
            <a:off x="11638478" y="1086257"/>
            <a:ext cx="503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DC29F49B-01AC-A247-BF8C-05916F85A532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DC29F49B-01AC-A247-BF8C-05916F85A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6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BE04A7C4-6D0D-AD4B-BDB0-837BD1636EE7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BE04A7C4-6D0D-AD4B-BDB0-837BD1636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7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79993027-8AF0-4343-AB04-F4C82F087EE4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79993027-8AF0-4343-AB04-F4C82F087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8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3249A3D5-4A41-124C-A438-E9CEBF0273F0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3249A3D5-4A41-124C-A438-E9CEBF027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9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B1CED460-B461-3D4C-9355-ACA25414350B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B1CED460-B461-3D4C-9355-ACA254143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5A12CB97-6C3B-2646-85EA-46D8F3AEC0C6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5A12CB97-6C3B-2646-85EA-46D8F3AEC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11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TextBox 312">
            <a:extLst>
              <a:ext uri="{FF2B5EF4-FFF2-40B4-BE49-F238E27FC236}">
                <a16:creationId xmlns:a16="http://schemas.microsoft.com/office/drawing/2014/main" id="{B98D980C-7DEC-164E-A677-06A78C0D467E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3100EAC5-E36A-A347-9170-09F6C554EF38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E817102D-EC33-9447-8922-DEB611F39AFD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B12FE98D-A7A7-E741-A782-FFD8947DFB5E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8B82E61-F717-EB40-B6AF-216E733FD2AF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9DDCE321-673A-2B4D-90EB-43D5B52C9520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FACF285-8AFF-4F44-A93E-C0EBA476AA85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FACF285-8AFF-4F44-A93E-C0EBA476A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684C8864-C6A4-F443-A2C6-8E68E6B315E7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684C8864-C6A4-F443-A2C6-8E68E6B3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3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A586FA7E-B652-AB4B-823E-9350254DB5ED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A586FA7E-B652-AB4B-823E-9350254DB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EB40C8CB-9DB5-5A44-9D5C-AA4B965F0B7A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EB40C8CB-9DB5-5A44-9D5C-AA4B965F0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5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2" name="TextBox 371">
            <a:extLst>
              <a:ext uri="{FF2B5EF4-FFF2-40B4-BE49-F238E27FC236}">
                <a16:creationId xmlns:a16="http://schemas.microsoft.com/office/drawing/2014/main" id="{A5615498-D222-324D-A0F2-6F6E4B2C84EC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81FDE09B-5570-6C4C-8BCA-DF4436E46401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81FDE09B-5570-6C4C-8BCA-DF4436E46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6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4" name="Rectangle 373">
            <a:extLst>
              <a:ext uri="{FF2B5EF4-FFF2-40B4-BE49-F238E27FC236}">
                <a16:creationId xmlns:a16="http://schemas.microsoft.com/office/drawing/2014/main" id="{A7B5F04B-5866-8848-88C9-01750B445C4E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A08577C4-8C51-F242-AA41-4E04A00CBDB6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1FD9E016-2CA1-CA4A-9171-1170391EEB9E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1FD9E016-2CA1-CA4A-9171-1170391EE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7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1" name="TextBox 400">
                <a:extLst>
                  <a:ext uri="{FF2B5EF4-FFF2-40B4-BE49-F238E27FC236}">
                    <a16:creationId xmlns:a16="http://schemas.microsoft.com/office/drawing/2014/main" id="{78E2AE0D-E644-E545-8ED0-9546D7051AD2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01" name="TextBox 400">
                <a:extLst>
                  <a:ext uri="{FF2B5EF4-FFF2-40B4-BE49-F238E27FC236}">
                    <a16:creationId xmlns:a16="http://schemas.microsoft.com/office/drawing/2014/main" id="{78E2AE0D-E644-E545-8ED0-9546D7051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8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F6ABB70E-0466-1647-BA66-222C4B1B5E78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F6ABB70E-0466-1647-BA66-222C4B1B5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9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11B01217-7E46-F344-824D-1D8036A72D2D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11B01217-7E46-F344-824D-1D8036A72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0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D34B74AA-2B54-6D42-A43A-145B4990424F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D34B74AA-2B54-6D42-A43A-145B4990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4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" name="TextBox 424">
            <a:extLst>
              <a:ext uri="{FF2B5EF4-FFF2-40B4-BE49-F238E27FC236}">
                <a16:creationId xmlns:a16="http://schemas.microsoft.com/office/drawing/2014/main" id="{65D0127F-8525-1D4C-ACDC-1E3FCDF815EE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855AAD44-96F9-1647-883A-F658D91A770F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DBC4C799-5474-D044-8045-56514C714931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947A1649-01CF-7747-96A8-CB16BC415650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A6E20056-87B9-E94B-A6F3-45F5869E2147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A6E20056-87B9-E94B-A6F3-45F5869E2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1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TextBox 277">
            <a:extLst>
              <a:ext uri="{FF2B5EF4-FFF2-40B4-BE49-F238E27FC236}">
                <a16:creationId xmlns:a16="http://schemas.microsoft.com/office/drawing/2014/main" id="{DEF00E60-EE9B-AC45-9593-455069DA9609}"/>
              </a:ext>
            </a:extLst>
          </p:cNvPr>
          <p:cNvSpPr txBox="1"/>
          <p:nvPr/>
        </p:nvSpPr>
        <p:spPr>
          <a:xfrm>
            <a:off x="11626280" y="1297499"/>
            <a:ext cx="5196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00XXX</a:t>
            </a:r>
          </a:p>
          <a:p>
            <a:pPr algn="ctr"/>
            <a:r>
              <a:rPr lang="en-US" sz="1000" dirty="0"/>
              <a:t>01000</a:t>
            </a:r>
          </a:p>
          <a:p>
            <a:pPr algn="ctr"/>
            <a:r>
              <a:rPr lang="en-US" sz="1000" dirty="0"/>
              <a:t>01001</a:t>
            </a:r>
          </a:p>
          <a:p>
            <a:pPr algn="ctr"/>
            <a:r>
              <a:rPr lang="en-US" sz="1000" dirty="0"/>
              <a:t>01100</a:t>
            </a:r>
          </a:p>
          <a:p>
            <a:pPr algn="ctr"/>
            <a:r>
              <a:rPr lang="en-US" sz="1000" dirty="0"/>
              <a:t>01101</a:t>
            </a:r>
          </a:p>
          <a:p>
            <a:pPr algn="ctr"/>
            <a:r>
              <a:rPr lang="en-US" sz="1000" dirty="0"/>
              <a:t>01110</a:t>
            </a:r>
          </a:p>
          <a:p>
            <a:pPr algn="ctr"/>
            <a:r>
              <a:rPr lang="en-US" sz="1000" dirty="0"/>
              <a:t>01111</a:t>
            </a:r>
          </a:p>
          <a:p>
            <a:pPr algn="ctr"/>
            <a:r>
              <a:rPr lang="en-US" sz="1000" dirty="0"/>
              <a:t>1XXXX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28565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Oval 229">
            <a:extLst>
              <a:ext uri="{FF2B5EF4-FFF2-40B4-BE49-F238E27FC236}">
                <a16:creationId xmlns:a16="http://schemas.microsoft.com/office/drawing/2014/main" id="{66F58FFA-790C-5841-A55A-1892166AC690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515D6C4D-5F08-454D-98BD-1F0A65EE50BF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F283E8BE-C123-EB42-B1D8-CA13EEE33ED8}"/>
              </a:ext>
            </a:extLst>
          </p:cNvPr>
          <p:cNvCxnSpPr>
            <a:cxnSpLocks noChangeAspect="1"/>
            <a:stCxn id="387" idx="4"/>
          </p:cNvCxnSpPr>
          <p:nvPr/>
        </p:nvCxnSpPr>
        <p:spPr>
          <a:xfrm>
            <a:off x="9304662" y="789305"/>
            <a:ext cx="0" cy="1176113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C4894C39-5E3A-D94E-98C5-C7A0FC2356F9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B303312D-9D19-5442-A973-07F7FD7F58C6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4913887B-774B-7B4C-9482-24BAEE0A3CC9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564BA2D-0A66-E945-98B8-536D5977F629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505A576D-4EC5-224B-828A-1F310438B256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19CF880-E2EC-BD47-9B62-CED35F48D488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E158717-2015-2841-BE1E-AEFEA5B347A7}"/>
              </a:ext>
            </a:extLst>
          </p:cNvPr>
          <p:cNvCxnSpPr>
            <a:cxnSpLocks noChangeAspect="1"/>
            <a:endCxn id="349" idx="0"/>
          </p:cNvCxnSpPr>
          <p:nvPr/>
        </p:nvCxnSpPr>
        <p:spPr>
          <a:xfrm>
            <a:off x="6788509" y="1377950"/>
            <a:ext cx="0" cy="2619585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BD832C4-321B-8941-A4BE-75D44ACCC1B7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81156"/>
            <a:ext cx="25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86559BDC-1951-974C-A1DD-50F53DDF5FF8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0370557-265B-DB43-8390-6FEDAF1CFD37}"/>
              </a:ext>
            </a:extLst>
          </p:cNvPr>
          <p:cNvCxnSpPr>
            <a:cxnSpLocks/>
            <a:stCxn id="291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619449-FF60-A54B-99ED-4C8299447EE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569550-7AAA-3A41-8AE1-241ADB6602F3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211" name="Trapezoid 210">
              <a:extLst>
                <a:ext uri="{FF2B5EF4-FFF2-40B4-BE49-F238E27FC236}">
                  <a16:creationId xmlns:a16="http://schemas.microsoft.com/office/drawing/2014/main" id="{F4FB696F-F5DE-2742-A38D-28D25E2272F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D2F9753F-EB30-E14B-A520-4A21CE24FF42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6791B19-2938-D64F-85DC-34EDC4E7D06E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D7DE54D-BA85-B745-91D4-70A2D6592813}"/>
              </a:ext>
            </a:extLst>
          </p:cNvPr>
          <p:cNvCxnSpPr>
            <a:cxnSpLocks noChangeAspect="1"/>
          </p:cNvCxnSpPr>
          <p:nvPr/>
        </p:nvCxnSpPr>
        <p:spPr>
          <a:xfrm>
            <a:off x="3527797" y="4197603"/>
            <a:ext cx="142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0EED4AD-BC25-1D46-B25F-1935C58F5FE2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58DE656D-9BB2-5B41-AD37-4B9927B11735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D3B5495-4088-8641-9F36-80405E286175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4C4C07B8-57E5-2442-9BDE-D93E1DA0F1C5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16A0233-A2DC-3C4E-88C2-1E1D35531C3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6B1BE609-9343-3B40-B0A6-F58E02035BE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37C82594-AEA4-E641-A71E-835D4774C9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187B66B0-A910-3240-841C-5346793D4D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E01DAEE-3358-F94C-98CD-2F63FEE0DB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28" name="Terminator 327">
              <a:extLst>
                <a:ext uri="{FF2B5EF4-FFF2-40B4-BE49-F238E27FC236}">
                  <a16:creationId xmlns:a16="http://schemas.microsoft.com/office/drawing/2014/main" id="{0F3A7273-0B1B-5A4C-B603-00DACF405280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52F74950-D40D-A840-8D00-E5E442D6C3AB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B08BF73-E06F-3C41-8948-730BAF1DA631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6CFF3E8-B9D2-0446-8962-CF578DA114E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35EFE768-5A4E-1C4C-AFA6-D6717F06C93B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CF305664-C2A0-554A-A4F5-8631B5D40B6F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979A72C1-29F8-AE47-B282-E88C4673E563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1F596BAB-C024-2641-8D71-289687C75B0F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F93EF35-D098-CC40-8F75-2C2A39C7CEF1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8A823AFA-BF90-634A-9C47-C6EBAF0C0597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TextBox 409">
            <a:extLst>
              <a:ext uri="{FF2B5EF4-FFF2-40B4-BE49-F238E27FC236}">
                <a16:creationId xmlns:a16="http://schemas.microsoft.com/office/drawing/2014/main" id="{C6DF42CC-FE07-D142-A53E-D0122A12BD53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C469C41C-303F-6546-94D0-25CD8130A64E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F803CFF1-EF4D-8041-8369-7361430689D4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F33FE699-F923-4A47-BE66-B27E5D0AF8EE}"/>
              </a:ext>
            </a:extLst>
          </p:cNvPr>
          <p:cNvCxnSpPr>
            <a:cxnSpLocks noChangeAspect="1"/>
            <a:endCxn id="364" idx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C896AD1A-5643-D243-9A34-945D6AA1E98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3E5A22C-93A8-E847-94CC-848B2D8E45B0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ACA2E737-9F4D-2247-93EE-C643618001F0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3559529"/>
            <a:ext cx="276697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CE8B9FCC-9517-1941-A250-313CE2933362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0" cy="336963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730198F5-D850-FD43-A10C-57FA1FFF58E5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9992741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A2933059-BEC5-DF41-A6E8-BD7672095602}"/>
              </a:ext>
            </a:extLst>
          </p:cNvPr>
          <p:cNvCxnSpPr>
            <a:cxnSpLocks noChangeAspect="1"/>
          </p:cNvCxnSpPr>
          <p:nvPr/>
        </p:nvCxnSpPr>
        <p:spPr>
          <a:xfrm>
            <a:off x="10199327" y="186717"/>
            <a:ext cx="0" cy="7225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8E6ADD9D-A68C-F643-8CE5-07E728392CE2}"/>
              </a:ext>
            </a:extLst>
          </p:cNvPr>
          <p:cNvCxnSpPr>
            <a:cxnSpLocks noChangeAspect="1"/>
            <a:stCxn id="364" idx="2"/>
          </p:cNvCxnSpPr>
          <p:nvPr/>
        </p:nvCxnSpPr>
        <p:spPr>
          <a:xfrm>
            <a:off x="9932247" y="922534"/>
            <a:ext cx="267080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045835B3-78DC-8947-8CA3-06D18EA1256B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829FCCA-5AB0-A84D-93C1-61A900515EB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4FF36149-E8DA-BE42-B8F5-6BE09D7C022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8576FFF-A38F-114A-AF66-85B0AE1E359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F6270B51-FA74-614F-BDBA-58A18D8DF0D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2536B10D-DF66-5E4A-97F7-D2639858638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64" name="Terminator 363">
              <a:extLst>
                <a:ext uri="{FF2B5EF4-FFF2-40B4-BE49-F238E27FC236}">
                  <a16:creationId xmlns:a16="http://schemas.microsoft.com/office/drawing/2014/main" id="{EDFFFBCE-1414-9748-B34C-F3F2F641D736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23F355F5-B95E-6D48-AA66-CEBE806D471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82572"/>
            <a:ext cx="0" cy="100606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D082F689-5471-754C-BEC6-1EB7C064BFB8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00617FE5-03E4-AF49-ACEB-16751191E11D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F767C045-35C1-AC41-A4F0-1136811286A2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4D7BEAAC-E3CF-7646-B42C-84AE96E3BE18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068A8B10-F5FD-2447-AB19-EBECF475AD5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AEE3F5A4-1365-DF47-AE5D-1AFD44531DBB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4224B02A-91C6-DD43-BE78-FF82DF045C9D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6562A99C-D3B6-D145-9CEB-EF68BD1F32AA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76E7ECFA-91A3-A548-85EC-65C181E2ADAC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68ED9E1C-D259-9047-9BCE-289A2E2A3117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53A22C2D-8C55-F446-AE6E-B39E45948D51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83AADFA7-600E-BA41-A030-3748DE5FD0AC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4CCCD465-A396-B44F-AA4B-76FFB73C903B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EF0A5FF-0BEF-6743-82E8-450914B2F97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487AD2C9-BBA1-4C45-A8B8-42A99C4D6BF8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5C969A-4831-6E44-886D-DC45A6CF78A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72D5CD-F8F1-5D4C-B709-27B13CEA6E89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072E0C6-CEB3-5D48-952F-1E5D9E7C6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D6AFDCFD-1C13-AE4D-8908-48C31D71C5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A03378C-9C11-4C45-92D4-8E2F93AE2AA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929BD477-2739-3D47-B3FC-7CE2669D727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11D1849-3BC8-C940-AAA0-BB0AAD276B0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CACCD38D-18DD-6041-A31A-3BCBFDFA7072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78F9F131-A26D-724E-8F39-93558153F43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BBFD0F97-CF4F-5441-B883-FF8FAD9AF065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8FF6E60A-3A40-4144-A250-E61529853C0D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AB5E142-C255-A048-91AC-66B92F464F9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C07266A0-8472-C144-8B24-38D4CA973959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B42B184B-3A6C-C941-87C3-47108897DC6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FDDC661-850C-A545-A99F-6F4F0AFAB297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B3A2D39-062C-354F-9179-88D69C2745C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65F79CD-1B8A-AD45-AEFB-04F625FE46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A2B7920C-CB30-404D-9CF6-D076A99FB3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888C9343-61E0-8241-99BF-CEB715E8D2B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C9622EA-031B-FB44-AFA8-D3C6CAF30EF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1" name="Terminator 280">
              <a:extLst>
                <a:ext uri="{FF2B5EF4-FFF2-40B4-BE49-F238E27FC236}">
                  <a16:creationId xmlns:a16="http://schemas.microsoft.com/office/drawing/2014/main" id="{78164BFF-5B3A-C848-9B38-EAC3CABD8048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7B3FD88-7662-1D43-829E-4217A95142F9}"/>
              </a:ext>
            </a:extLst>
          </p:cNvPr>
          <p:cNvCxnSpPr>
            <a:cxnSpLocks/>
          </p:cNvCxnSpPr>
          <p:nvPr/>
        </p:nvCxnSpPr>
        <p:spPr>
          <a:xfrm>
            <a:off x="7483333" y="2526967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A1D945E7-B4CD-D04E-83B7-106F94B72550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75561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0EBA99BE-41F2-8F4E-8A2A-EFCB91373206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3E4B5A8-CC21-474D-A812-4E79FA2D0BC1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FDCC1B7-659D-AD47-B5F9-028342FC53AE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D23DE27-992F-774E-ACE2-D489B34D04A2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0" name="Rounded Rectangle 289">
              <a:extLst>
                <a:ext uri="{FF2B5EF4-FFF2-40B4-BE49-F238E27FC236}">
                  <a16:creationId xmlns:a16="http://schemas.microsoft.com/office/drawing/2014/main" id="{F437AF04-DBBE-D147-9D00-1F092DC13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FFE76A88-FB7A-2B4F-A72F-7E081B27734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DC7C49E-E0E6-3B4F-B019-59DD07BA06E3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66AE459-3BCA-DF48-939F-35BFC34B5779}"/>
              </a:ext>
            </a:extLst>
          </p:cNvPr>
          <p:cNvCxnSpPr>
            <a:cxnSpLocks noChangeAspect="1"/>
            <a:endCxn id="295" idx="0"/>
          </p:cNvCxnSpPr>
          <p:nvPr/>
        </p:nvCxnSpPr>
        <p:spPr>
          <a:xfrm>
            <a:off x="7045418" y="1678045"/>
            <a:ext cx="0" cy="1534163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2469FFC-632C-C24F-8F1F-4D60A7D47230}"/>
              </a:ext>
            </a:extLst>
          </p:cNvPr>
          <p:cNvCxnSpPr>
            <a:cxnSpLocks/>
          </p:cNvCxnSpPr>
          <p:nvPr/>
        </p:nvCxnSpPr>
        <p:spPr>
          <a:xfrm flipV="1">
            <a:off x="8241979" y="1950807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D5E1A468-888E-7F4D-8D90-8135C978B211}"/>
              </a:ext>
            </a:extLst>
          </p:cNvPr>
          <p:cNvSpPr txBox="1">
            <a:spLocks noChangeAspect="1"/>
          </p:cNvSpPr>
          <p:nvPr/>
        </p:nvSpPr>
        <p:spPr>
          <a:xfrm>
            <a:off x="7861862" y="2229968"/>
            <a:ext cx="761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3CC3A3C-6A94-BA4A-B2BE-8EE829B0909D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E5065630-165C-2F40-B787-57C0A40A10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21A8164E-EE96-A147-AE1F-58B89BB3DB60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19AD5F2-8568-9F47-AF83-29AFF29CA5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75573989-3097-F14B-A5B4-0A3F1565B238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5C85F05C-BAF8-834F-B346-8A1E1880C09E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EABCC86C-FE0E-6848-8321-352CB17A85FD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F6F6B13-61CA-5048-B608-D2A83872B3B4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C2DB04F6-16AE-9E45-83FE-D5BD5007042C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385" name="Terminator 384">
            <a:extLst>
              <a:ext uri="{FF2B5EF4-FFF2-40B4-BE49-F238E27FC236}">
                <a16:creationId xmlns:a16="http://schemas.microsoft.com/office/drawing/2014/main" id="{885A1DB9-59E5-9A46-935B-A60651D8FFCF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E27C6BF0-4D3C-3742-87DA-1ABA23E6A61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727823D6-8454-254B-BBE7-088DA89F1223}"/>
              </a:ext>
            </a:extLst>
          </p:cNvPr>
          <p:cNvSpPr>
            <a:spLocks noChangeAspect="1"/>
          </p:cNvSpPr>
          <p:nvPr/>
        </p:nvSpPr>
        <p:spPr>
          <a:xfrm>
            <a:off x="9258942" y="697865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2B2D6E80-6229-254F-8385-BF50AEB8DBC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8023627-D9AB-034A-A27C-5408678BE201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D3C6FC53-E698-6047-B200-0C182D6C98FE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2DD8DD32-37A2-5445-932B-08110B245FB1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4FC0EF2-C4C1-9C41-A990-16904D309766}"/>
              </a:ext>
            </a:extLst>
          </p:cNvPr>
          <p:cNvSpPr txBox="1">
            <a:spLocks noChangeAspect="1"/>
          </p:cNvSpPr>
          <p:nvPr/>
        </p:nvSpPr>
        <p:spPr>
          <a:xfrm>
            <a:off x="8238693" y="1996064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2B5DD264-D0BA-F948-AA31-9A06086B4E0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202807" y="213899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04997CE6-6DCD-7846-9442-E8EDC7B7C0CA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325C4EB2-41D4-1344-A141-9EFD5B166B70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297298A3-37A1-F54F-94E9-ACB051B516E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C415CBC-0106-5845-AD3E-2466D4FEC1E1}"/>
              </a:ext>
            </a:extLst>
          </p:cNvPr>
          <p:cNvCxnSpPr>
            <a:cxnSpLocks/>
          </p:cNvCxnSpPr>
          <p:nvPr/>
        </p:nvCxnSpPr>
        <p:spPr>
          <a:xfrm flipV="1">
            <a:off x="11324098" y="3947540"/>
            <a:ext cx="407905" cy="30600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86128ED6-B3AA-544F-A0FE-A588DA1C2B24}"/>
              </a:ext>
            </a:extLst>
          </p:cNvPr>
          <p:cNvCxnSpPr>
            <a:cxnSpLocks/>
            <a:stCxn id="359" idx="1"/>
            <a:endCxn id="364" idx="2"/>
          </p:cNvCxnSpPr>
          <p:nvPr/>
        </p:nvCxnSpPr>
        <p:spPr>
          <a:xfrm>
            <a:off x="9623007" y="760771"/>
            <a:ext cx="309240" cy="161763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BE4B507-32DF-1A4B-87FB-090D0490859B}"/>
              </a:ext>
            </a:extLst>
          </p:cNvPr>
          <p:cNvCxnSpPr>
            <a:cxnSpLocks/>
            <a:endCxn id="281" idx="2"/>
          </p:cNvCxnSpPr>
          <p:nvPr/>
        </p:nvCxnSpPr>
        <p:spPr>
          <a:xfrm flipV="1">
            <a:off x="7323287" y="3104815"/>
            <a:ext cx="320610" cy="167359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3C3FA9BD-ED05-6E46-8971-3DE084E5C2D2}"/>
              </a:ext>
            </a:extLst>
          </p:cNvPr>
          <p:cNvCxnSpPr>
            <a:cxnSpLocks/>
            <a:endCxn id="328" idx="2"/>
          </p:cNvCxnSpPr>
          <p:nvPr/>
        </p:nvCxnSpPr>
        <p:spPr>
          <a:xfrm>
            <a:off x="7328025" y="4047731"/>
            <a:ext cx="318089" cy="167855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C2A1DF-3C8D-534F-A044-7DB0D3326374}"/>
              </a:ext>
            </a:extLst>
          </p:cNvPr>
          <p:cNvSpPr txBox="1"/>
          <p:nvPr/>
        </p:nvSpPr>
        <p:spPr>
          <a:xfrm>
            <a:off x="2681626" y="1283777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0110011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C466662-6744-E043-9B08-18AA466B4D67}"/>
              </a:ext>
            </a:extLst>
          </p:cNvPr>
          <p:cNvSpPr txBox="1"/>
          <p:nvPr/>
        </p:nvSpPr>
        <p:spPr>
          <a:xfrm>
            <a:off x="2656984" y="1793536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0000000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62881D44-76EF-3649-806F-B59F8B1E98B1}"/>
              </a:ext>
            </a:extLst>
          </p:cNvPr>
          <p:cNvSpPr txBox="1"/>
          <p:nvPr/>
        </p:nvSpPr>
        <p:spPr>
          <a:xfrm>
            <a:off x="3022192" y="1547415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000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76580F92-04F0-3046-A893-F38B54B2D0D0}"/>
              </a:ext>
            </a:extLst>
          </p:cNvPr>
          <p:cNvSpPr txBox="1"/>
          <p:nvPr/>
        </p:nvSpPr>
        <p:spPr>
          <a:xfrm>
            <a:off x="2845255" y="2625438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01001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FF2EC75D-0F19-644E-8B25-62E61FB71599}"/>
              </a:ext>
            </a:extLst>
          </p:cNvPr>
          <p:cNvSpPr txBox="1"/>
          <p:nvPr/>
        </p:nvSpPr>
        <p:spPr>
          <a:xfrm>
            <a:off x="2836698" y="2989166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10010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1D6B46-1D28-5D47-820B-4F981777A33A}"/>
              </a:ext>
            </a:extLst>
          </p:cNvPr>
          <p:cNvSpPr txBox="1"/>
          <p:nvPr/>
        </p:nvSpPr>
        <p:spPr>
          <a:xfrm>
            <a:off x="2851491" y="4042738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00110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619FF7-44CE-B74E-B910-3A6B879EDB6C}"/>
              </a:ext>
            </a:extLst>
          </p:cNvPr>
          <p:cNvSpPr/>
          <p:nvPr/>
        </p:nvSpPr>
        <p:spPr>
          <a:xfrm>
            <a:off x="4394103" y="476260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09124A-81FD-454A-A3E8-960E42FCD74D}"/>
              </a:ext>
            </a:extLst>
          </p:cNvPr>
          <p:cNvSpPr/>
          <p:nvPr/>
        </p:nvSpPr>
        <p:spPr>
          <a:xfrm>
            <a:off x="7353405" y="491297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66C882-66D8-AD43-8D60-379FAAA03C54}"/>
              </a:ext>
            </a:extLst>
          </p:cNvPr>
          <p:cNvSpPr/>
          <p:nvPr/>
        </p:nvSpPr>
        <p:spPr>
          <a:xfrm>
            <a:off x="7339620" y="2096979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A41932A-C641-574F-9D29-81E8C7BADE7F}"/>
              </a:ext>
            </a:extLst>
          </p:cNvPr>
          <p:cNvSpPr txBox="1"/>
          <p:nvPr/>
        </p:nvSpPr>
        <p:spPr>
          <a:xfrm>
            <a:off x="7938442" y="2414060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00XXX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97206D3-58A3-5C4F-BEB9-63DD5F125ADF}"/>
              </a:ext>
            </a:extLst>
          </p:cNvPr>
          <p:cNvSpPr txBox="1"/>
          <p:nvPr/>
        </p:nvSpPr>
        <p:spPr>
          <a:xfrm>
            <a:off x="8317076" y="4912340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0000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89E9FEA0-5DA1-EA44-969B-1908FD3FDBB3}"/>
              </a:ext>
            </a:extLst>
          </p:cNvPr>
          <p:cNvSpPr/>
          <p:nvPr/>
        </p:nvSpPr>
        <p:spPr>
          <a:xfrm>
            <a:off x="9823610" y="199192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6432A647-7E6B-F341-9CF4-E6DE4147D35C}"/>
              </a:ext>
            </a:extLst>
          </p:cNvPr>
          <p:cNvSpPr/>
          <p:nvPr/>
        </p:nvSpPr>
        <p:spPr>
          <a:xfrm>
            <a:off x="10162691" y="1991921"/>
            <a:ext cx="463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XXX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7874EE35-FD2B-D44E-99A9-3848B60E9233}"/>
              </a:ext>
            </a:extLst>
          </p:cNvPr>
          <p:cNvSpPr/>
          <p:nvPr/>
        </p:nvSpPr>
        <p:spPr>
          <a:xfrm>
            <a:off x="11357506" y="4917058"/>
            <a:ext cx="3674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00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B65A2E76-ABFA-6440-B4A3-C5B3ABA0E869}"/>
              </a:ext>
            </a:extLst>
          </p:cNvPr>
          <p:cNvSpPr/>
          <p:nvPr/>
        </p:nvSpPr>
        <p:spPr>
          <a:xfrm>
            <a:off x="10048484" y="1483145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5D18FE11-5D24-E44D-970C-9788CD2A76E4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1B10FAD9-B924-EA42-8845-4413F60DE658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5F870A5E-73A5-614D-B70A-7B03A4C729AF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26587697-A910-3D48-868B-12FFD52F4912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45FBB960-D031-2C42-9610-402D99DB56E6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3BABB582-FBBB-B148-8AE9-4B57D5B57DE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91B19383-8D04-0149-83EB-C1272132AF6D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Rectangle 449">
            <a:extLst>
              <a:ext uri="{FF2B5EF4-FFF2-40B4-BE49-F238E27FC236}">
                <a16:creationId xmlns:a16="http://schemas.microsoft.com/office/drawing/2014/main" id="{98C10471-BAFD-904D-BEEF-CB87EBF6FBFF}"/>
              </a:ext>
            </a:extLst>
          </p:cNvPr>
          <p:cNvSpPr/>
          <p:nvPr/>
        </p:nvSpPr>
        <p:spPr>
          <a:xfrm>
            <a:off x="4199210" y="6325638"/>
            <a:ext cx="463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XXX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C6D4B2BB-FED3-2E4C-B5DF-D02245D0B47B}"/>
              </a:ext>
            </a:extLst>
          </p:cNvPr>
          <p:cNvSpPr txBox="1">
            <a:spLocks noChangeAspect="1"/>
          </p:cNvSpPr>
          <p:nvPr/>
        </p:nvSpPr>
        <p:spPr>
          <a:xfrm>
            <a:off x="2481268" y="282323"/>
            <a:ext cx="3058776" cy="41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Instrucciones</a:t>
            </a:r>
            <a:r>
              <a:rPr lang="en-US" sz="2800" dirty="0"/>
              <a:t> Tipo R</a:t>
            </a:r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8845A6CC-030E-1C49-83C0-C17E12EC5C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6AA13C96-89B0-EA46-B9D4-57E296A2D9D1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ACCC15D5-97DD-BE45-AF53-975991F527E2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2F022B2A-A6D4-5240-860B-C1F4DD7B39E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A5860F15-DDD0-B748-B7A6-DF99BA7A5285}"/>
              </a:ext>
            </a:extLst>
          </p:cNvPr>
          <p:cNvSpPr txBox="1">
            <a:spLocks noChangeAspect="1"/>
          </p:cNvSpPr>
          <p:nvPr/>
        </p:nvSpPr>
        <p:spPr>
          <a:xfrm>
            <a:off x="11638478" y="1086257"/>
            <a:ext cx="503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190ACEC-8377-3B4A-80B2-2FED5C78A184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190ACEC-8377-3B4A-80B2-2FED5C78A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6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6C8D650D-FA2E-944D-AC23-08D68D79E52B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6C8D650D-FA2E-944D-AC23-08D68D79E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7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990A4E7-3CE2-D949-B1BC-4D9E1FFDBA6F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990A4E7-3CE2-D949-B1BC-4D9E1FFDB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8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6B6EE596-076F-3C48-97D2-EA86B3AD29F7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6B6EE596-076F-3C48-97D2-EA86B3AD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9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B8A5407-3391-4A4D-81BB-5C65072C6F90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B8A5407-3391-4A4D-81BB-5C65072C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2A1FFFDA-4878-4C42-967C-C6A154142CC5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2A1FFFDA-4878-4C42-967C-C6A15414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11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TextBox 400">
            <a:extLst>
              <a:ext uri="{FF2B5EF4-FFF2-40B4-BE49-F238E27FC236}">
                <a16:creationId xmlns:a16="http://schemas.microsoft.com/office/drawing/2014/main" id="{EBC42C13-3B37-354A-8B3F-1E3568849040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755FA4A6-17B5-A045-89CC-859BAB12A95C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B63693A9-B197-364B-B94D-7101D63813BE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EEF5467E-1C00-B248-BE7C-7E65822C11B0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5828F82-F036-364B-8657-81EFAABF0F3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B5289380-FDB8-7048-A953-9E3707D75802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437BA7C-9780-4649-A63D-D291AB514C69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437BA7C-9780-4649-A63D-D291AB514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AC310973-C68C-FF4C-8E2D-C6E49AA18E61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AC310973-C68C-FF4C-8E2D-C6E49AA18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3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3B263F5-3B24-FC4D-8481-7429355CE014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3B263F5-3B24-FC4D-8481-7429355C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2B51607B-46AE-4848-9DE4-CD4D7BB6CB38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2B51607B-46AE-4848-9DE4-CD4D7BB6C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5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9" name="TextBox 458">
            <a:extLst>
              <a:ext uri="{FF2B5EF4-FFF2-40B4-BE49-F238E27FC236}">
                <a16:creationId xmlns:a16="http://schemas.microsoft.com/office/drawing/2014/main" id="{97A8C3B4-5153-504F-A535-B5583D263936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F8D4F3C1-E552-4E4E-B725-17C315175B92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F8D4F3C1-E552-4E4E-B725-17C315175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6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Rectangle 460">
            <a:extLst>
              <a:ext uri="{FF2B5EF4-FFF2-40B4-BE49-F238E27FC236}">
                <a16:creationId xmlns:a16="http://schemas.microsoft.com/office/drawing/2014/main" id="{27871DD3-844C-5045-9170-7B63DA40D04B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431CE237-B306-2240-BE8C-9B9D5E8AEC88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9B217F4-26C8-E44F-BC0F-A421EAAF3B51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9B217F4-26C8-E44F-BC0F-A421EAAF3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7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CC2563E9-A3CB-C041-A6FF-DB211506A00E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CC2563E9-A3CB-C041-A6FF-DB211506A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8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2296219-A9CF-634A-96B6-B6C1FCE541B7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2296219-A9CF-634A-96B6-B6C1FCE54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9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6488FCE4-6D46-B741-B6F2-9F41E5168A1D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6488FCE4-6D46-B741-B6F2-9F41E5168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0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8C62DC62-7FA2-1D4F-B165-1918B89918EB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8C62DC62-7FA2-1D4F-B165-1918B8991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21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TextBox 470">
            <a:extLst>
              <a:ext uri="{FF2B5EF4-FFF2-40B4-BE49-F238E27FC236}">
                <a16:creationId xmlns:a16="http://schemas.microsoft.com/office/drawing/2014/main" id="{C637F2F1-7424-D34A-9F48-3DED78C6D0DD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66011722-F921-624F-AAC5-6C00DCB31F9D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7B53C005-1F7C-DF40-9E3A-41634E6BB8D8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620CBDAF-C9AF-874E-A081-AA8D03A53195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F049604-78D9-4541-AE96-BAB11F50E5DE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F049604-78D9-4541-AE96-BAB11F50E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1" name="TextBox 300">
            <a:extLst>
              <a:ext uri="{FF2B5EF4-FFF2-40B4-BE49-F238E27FC236}">
                <a16:creationId xmlns:a16="http://schemas.microsoft.com/office/drawing/2014/main" id="{F72EEAE8-1F5B-1E4A-BE09-265321F82955}"/>
              </a:ext>
            </a:extLst>
          </p:cNvPr>
          <p:cNvSpPr txBox="1"/>
          <p:nvPr/>
        </p:nvSpPr>
        <p:spPr>
          <a:xfrm>
            <a:off x="5619682" y="233772"/>
            <a:ext cx="2949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add </a:t>
            </a:r>
            <a:r>
              <a:rPr lang="en-US" sz="2400" dirty="0">
                <a:solidFill>
                  <a:srgbClr val="0432FF"/>
                </a:solidFill>
                <a:latin typeface="Courier" pitchFamily="2" charset="0"/>
              </a:rPr>
              <a:t>x6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>
                <a:solidFill>
                  <a:srgbClr val="92D050"/>
                </a:solidFill>
                <a:latin typeface="Courier" pitchFamily="2" charset="0"/>
              </a:rPr>
              <a:t>x9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Courier" pitchFamily="2" charset="0"/>
              </a:rPr>
              <a:t>x18</a:t>
            </a:r>
            <a:endParaRPr lang="en-US" sz="24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1EB31FA6-72DA-5D4D-92C6-074F11F52BE7}"/>
              </a:ext>
            </a:extLst>
          </p:cNvPr>
          <p:cNvSpPr txBox="1"/>
          <p:nvPr/>
        </p:nvSpPr>
        <p:spPr>
          <a:xfrm>
            <a:off x="11626280" y="1297499"/>
            <a:ext cx="5196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00XXX</a:t>
            </a:r>
          </a:p>
          <a:p>
            <a:pPr algn="ctr"/>
            <a:r>
              <a:rPr lang="en-US" sz="1000" dirty="0"/>
              <a:t>01000</a:t>
            </a:r>
          </a:p>
          <a:p>
            <a:pPr algn="ctr"/>
            <a:r>
              <a:rPr lang="en-US" sz="1000" dirty="0"/>
              <a:t>01001</a:t>
            </a:r>
          </a:p>
          <a:p>
            <a:pPr algn="ctr"/>
            <a:r>
              <a:rPr lang="en-US" sz="1000" dirty="0"/>
              <a:t>01100</a:t>
            </a:r>
          </a:p>
          <a:p>
            <a:pPr algn="ctr"/>
            <a:r>
              <a:rPr lang="en-US" sz="1000" dirty="0"/>
              <a:t>01101</a:t>
            </a:r>
          </a:p>
          <a:p>
            <a:pPr algn="ctr"/>
            <a:r>
              <a:rPr lang="en-US" sz="1000" dirty="0"/>
              <a:t>01110</a:t>
            </a:r>
          </a:p>
          <a:p>
            <a:pPr algn="ctr"/>
            <a:r>
              <a:rPr lang="en-US" sz="1000" dirty="0"/>
              <a:t>01111</a:t>
            </a:r>
          </a:p>
          <a:p>
            <a:pPr algn="ctr"/>
            <a:r>
              <a:rPr lang="en-US" sz="1000" dirty="0"/>
              <a:t>1XXXX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87ADB5B-A230-FD4E-A526-BDF0DB0F7F69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7F05343E-A380-C64D-BD7F-D90A4445C567}"/>
              </a:ext>
            </a:extLst>
          </p:cNvPr>
          <p:cNvCxnSpPr>
            <a:cxnSpLocks noChangeAspect="1"/>
          </p:cNvCxnSpPr>
          <p:nvPr/>
        </p:nvCxnSpPr>
        <p:spPr>
          <a:xfrm>
            <a:off x="2199605" y="748269"/>
            <a:ext cx="740879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756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5" grpId="0"/>
      <p:bldP spid="366" grpId="0"/>
      <p:bldP spid="367" grpId="0"/>
      <p:bldP spid="368" grpId="0"/>
      <p:bldP spid="369" grpId="0"/>
      <p:bldP spid="22" grpId="0"/>
      <p:bldP spid="23" grpId="0"/>
      <p:bldP spid="24" grpId="0"/>
      <p:bldP spid="370" grpId="0"/>
      <p:bldP spid="371" grpId="0"/>
      <p:bldP spid="380" grpId="0"/>
      <p:bldP spid="396" grpId="0"/>
      <p:bldP spid="397" grpId="0"/>
      <p:bldP spid="413" grpId="0"/>
      <p:bldP spid="45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rminator 384">
            <a:extLst>
              <a:ext uri="{FF2B5EF4-FFF2-40B4-BE49-F238E27FC236}">
                <a16:creationId xmlns:a16="http://schemas.microsoft.com/office/drawing/2014/main" id="{885A1DB9-59E5-9A46-935B-A60651D8FFCF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solidFill>
            <a:srgbClr val="E3E3E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solidFill>
            <a:srgbClr val="E3E3E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F283E8BE-C123-EB42-B1D8-CA13EEE33ED8}"/>
              </a:ext>
            </a:extLst>
          </p:cNvPr>
          <p:cNvCxnSpPr>
            <a:cxnSpLocks noChangeAspect="1"/>
            <a:stCxn id="387" idx="4"/>
          </p:cNvCxnSpPr>
          <p:nvPr/>
        </p:nvCxnSpPr>
        <p:spPr>
          <a:xfrm>
            <a:off x="9304662" y="789305"/>
            <a:ext cx="0" cy="1176113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C4894C39-5E3A-D94E-98C5-C7A0FC2356F9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B303312D-9D19-5442-A973-07F7FD7F58C6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4913887B-774B-7B4C-9482-24BAEE0A3CC9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564BA2D-0A66-E945-98B8-536D5977F629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505A576D-4EC5-224B-828A-1F310438B256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19CF880-E2EC-BD47-9B62-CED35F48D488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E158717-2015-2841-BE1E-AEFEA5B347A7}"/>
              </a:ext>
            </a:extLst>
          </p:cNvPr>
          <p:cNvCxnSpPr>
            <a:cxnSpLocks noChangeAspect="1"/>
            <a:endCxn id="349" idx="0"/>
          </p:cNvCxnSpPr>
          <p:nvPr/>
        </p:nvCxnSpPr>
        <p:spPr>
          <a:xfrm>
            <a:off x="6788509" y="1377950"/>
            <a:ext cx="0" cy="2619585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BD832C4-321B-8941-A4BE-75D44ACCC1B7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81156"/>
            <a:ext cx="25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86559BDC-1951-974C-A1DD-50F53DDF5FF8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0370557-265B-DB43-8390-6FEDAF1CFD37}"/>
              </a:ext>
            </a:extLst>
          </p:cNvPr>
          <p:cNvCxnSpPr>
            <a:cxnSpLocks/>
            <a:stCxn id="291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619449-FF60-A54B-99ED-4C8299447EE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569550-7AAA-3A41-8AE1-241ADB6602F3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211" name="Trapezoid 210">
              <a:extLst>
                <a:ext uri="{FF2B5EF4-FFF2-40B4-BE49-F238E27FC236}">
                  <a16:creationId xmlns:a16="http://schemas.microsoft.com/office/drawing/2014/main" id="{F4FB696F-F5DE-2742-A38D-28D25E2272F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D2F9753F-EB30-E14B-A520-4A21CE24FF42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6791B19-2938-D64F-85DC-34EDC4E7D06E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D7DE54D-BA85-B745-91D4-70A2D6592813}"/>
              </a:ext>
            </a:extLst>
          </p:cNvPr>
          <p:cNvCxnSpPr>
            <a:cxnSpLocks noChangeAspect="1"/>
            <a:stCxn id="230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0EED4AD-BC25-1D46-B25F-1935C58F5FE2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58DE656D-9BB2-5B41-AD37-4B9927B11735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D3B5495-4088-8641-9F36-80405E286175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4C4C07B8-57E5-2442-9BDE-D93E1DA0F1C5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328" name="Terminator 327">
              <a:extLst>
                <a:ext uri="{FF2B5EF4-FFF2-40B4-BE49-F238E27FC236}">
                  <a16:creationId xmlns:a16="http://schemas.microsoft.com/office/drawing/2014/main" id="{0F3A7273-0B1B-5A4C-B603-00DACF405280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16A0233-A2DC-3C4E-88C2-1E1D35531C3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6B1BE609-9343-3B40-B0A6-F58E02035BE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37C82594-AEA4-E641-A71E-835D4774C9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187B66B0-A910-3240-841C-5346793D4D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E01DAEE-3358-F94C-98CD-2F63FEE0DB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</p:grp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52F74950-D40D-A840-8D00-E5E442D6C3AB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B08BF73-E06F-3C41-8948-730BAF1DA631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6CFF3E8-B9D2-0446-8962-CF578DA114E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35EFE768-5A4E-1C4C-AFA6-D6717F06C93B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CF305664-C2A0-554A-A4F5-8631B5D40B6F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979A72C1-29F8-AE47-B282-E88C4673E563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1F596BAB-C024-2641-8D71-289687C75B0F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7F05343E-A380-C64D-BD7F-D90A4445C567}"/>
              </a:ext>
            </a:extLst>
          </p:cNvPr>
          <p:cNvCxnSpPr>
            <a:cxnSpLocks noChangeAspect="1"/>
          </p:cNvCxnSpPr>
          <p:nvPr/>
        </p:nvCxnSpPr>
        <p:spPr>
          <a:xfrm>
            <a:off x="2199605" y="748269"/>
            <a:ext cx="740879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F93EF35-D098-CC40-8F75-2C2A39C7CEF1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8A823AFA-BF90-634A-9C47-C6EBAF0C0597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TextBox 409">
            <a:extLst>
              <a:ext uri="{FF2B5EF4-FFF2-40B4-BE49-F238E27FC236}">
                <a16:creationId xmlns:a16="http://schemas.microsoft.com/office/drawing/2014/main" id="{C6DF42CC-FE07-D142-A53E-D0122A12BD53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515D6C4D-5F08-454D-98BD-1F0A65EE50BF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Oval 411">
            <a:extLst>
              <a:ext uri="{FF2B5EF4-FFF2-40B4-BE49-F238E27FC236}">
                <a16:creationId xmlns:a16="http://schemas.microsoft.com/office/drawing/2014/main" id="{C469C41C-303F-6546-94D0-25CD8130A64E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D4DDFF"/>
          </a:solidFill>
          <a:ln>
            <a:solidFill>
              <a:srgbClr val="D4D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F803CFF1-EF4D-8041-8369-7361430689D4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F33FE699-F923-4A47-BE66-B27E5D0AF8EE}"/>
              </a:ext>
            </a:extLst>
          </p:cNvPr>
          <p:cNvCxnSpPr>
            <a:cxnSpLocks noChangeAspect="1"/>
            <a:endCxn id="364" idx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C896AD1A-5643-D243-9A34-945D6AA1E98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3E5A22C-93A8-E847-94CC-848B2D8E45B0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ACA2E737-9F4D-2247-93EE-C643618001F0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3559529"/>
            <a:ext cx="276697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CE8B9FCC-9517-1941-A250-313CE2933362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0" cy="336963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730198F5-D850-FD43-A10C-57FA1FFF58E5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9992741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A2933059-BEC5-DF41-A6E8-BD7672095602}"/>
              </a:ext>
            </a:extLst>
          </p:cNvPr>
          <p:cNvCxnSpPr>
            <a:cxnSpLocks noChangeAspect="1"/>
          </p:cNvCxnSpPr>
          <p:nvPr/>
        </p:nvCxnSpPr>
        <p:spPr>
          <a:xfrm>
            <a:off x="10199327" y="186717"/>
            <a:ext cx="0" cy="7225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8E6ADD9D-A68C-F643-8CE5-07E728392CE2}"/>
              </a:ext>
            </a:extLst>
          </p:cNvPr>
          <p:cNvCxnSpPr>
            <a:cxnSpLocks noChangeAspect="1"/>
            <a:stCxn id="364" idx="2"/>
          </p:cNvCxnSpPr>
          <p:nvPr/>
        </p:nvCxnSpPr>
        <p:spPr>
          <a:xfrm>
            <a:off x="9932247" y="922534"/>
            <a:ext cx="267080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045835B3-78DC-8947-8CA3-06D18EA1256B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364" name="Terminator 363">
              <a:extLst>
                <a:ext uri="{FF2B5EF4-FFF2-40B4-BE49-F238E27FC236}">
                  <a16:creationId xmlns:a16="http://schemas.microsoft.com/office/drawing/2014/main" id="{EDFFFBCE-1414-9748-B34C-F3F2F641D736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829FCCA-5AB0-A84D-93C1-61A900515EB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4FF36149-E8DA-BE42-B8F5-6BE09D7C022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8576FFF-A38F-114A-AF66-85B0AE1E359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F6270B51-FA74-614F-BDBA-58A18D8DF0D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2536B10D-DF66-5E4A-97F7-D2639858638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</p:grp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23F355F5-B95E-6D48-AA66-CEBE806D471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82572"/>
            <a:ext cx="0" cy="100606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D082F689-5471-754C-BEC6-1EB7C064BFB8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00617FE5-03E4-AF49-ACEB-16751191E11D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F767C045-35C1-AC41-A4F0-1136811286A2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4D7BEAAC-E3CF-7646-B42C-84AE96E3BE18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068A8B10-F5FD-2447-AB19-EBECF475AD5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AEE3F5A4-1365-DF47-AE5D-1AFD44531DBB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4224B02A-91C6-DD43-BE78-FF82DF045C9D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6562A99C-D3B6-D145-9CEB-EF68BD1F32AA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76E7ECFA-91A3-A548-85EC-65C181E2ADAC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68ED9E1C-D259-9047-9BCE-289A2E2A3117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53A22C2D-8C55-F446-AE6E-B39E45948D51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83AADFA7-600E-BA41-A030-3748DE5FD0AC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4CCCD465-A396-B44F-AA4B-76FFB73C903B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EF0A5FF-0BEF-6743-82E8-450914B2F97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487AD2C9-BBA1-4C45-A8B8-42A99C4D6BF8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5C969A-4831-6E44-886D-DC45A6CF78A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72D5CD-F8F1-5D4C-B709-27B13CEA6E89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072E0C6-CEB3-5D48-952F-1E5D9E7C6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D6AFDCFD-1C13-AE4D-8908-48C31D71C5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A03378C-9C11-4C45-92D4-8E2F93AE2AA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929BD477-2739-3D47-B3FC-7CE2669D727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11D1849-3BC8-C940-AAA0-BB0AAD276B0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CACCD38D-18DD-6041-A31A-3BCBFDFA7072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78F9F131-A26D-724E-8F39-93558153F43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BBFD0F97-CF4F-5441-B883-FF8FAD9AF065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0" name="Oval 229">
            <a:extLst>
              <a:ext uri="{FF2B5EF4-FFF2-40B4-BE49-F238E27FC236}">
                <a16:creationId xmlns:a16="http://schemas.microsoft.com/office/drawing/2014/main" id="{66F58FFA-790C-5841-A55A-1892166AC690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8FF6E60A-3A40-4144-A250-E61529853C0D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AB5E142-C255-A048-91AC-66B92F464F9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C07266A0-8472-C144-8B24-38D4CA973959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B42B184B-3A6C-C941-87C3-47108897DC6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FDDC661-850C-A545-A99F-6F4F0AFAB297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281" name="Terminator 280">
              <a:extLst>
                <a:ext uri="{FF2B5EF4-FFF2-40B4-BE49-F238E27FC236}">
                  <a16:creationId xmlns:a16="http://schemas.microsoft.com/office/drawing/2014/main" id="{78164BFF-5B3A-C848-9B38-EAC3CABD8048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B3A2D39-062C-354F-9179-88D69C2745C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65F79CD-1B8A-AD45-AEFB-04F625FE46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A2B7920C-CB30-404D-9CF6-D076A99FB3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888C9343-61E0-8241-99BF-CEB715E8D2B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C9622EA-031B-FB44-AFA8-D3C6CAF30EF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7B3FD88-7662-1D43-829E-4217A95142F9}"/>
              </a:ext>
            </a:extLst>
          </p:cNvPr>
          <p:cNvCxnSpPr>
            <a:cxnSpLocks/>
          </p:cNvCxnSpPr>
          <p:nvPr/>
        </p:nvCxnSpPr>
        <p:spPr>
          <a:xfrm>
            <a:off x="7483333" y="2526967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A1D945E7-B4CD-D04E-83B7-106F94B72550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75561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0EBA99BE-41F2-8F4E-8A2A-EFCB91373206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3E4B5A8-CC21-474D-A812-4E79FA2D0BC1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FDCC1B7-659D-AD47-B5F9-028342FC53AE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D23DE27-992F-774E-ACE2-D489B34D04A2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0" name="Rounded Rectangle 289">
              <a:extLst>
                <a:ext uri="{FF2B5EF4-FFF2-40B4-BE49-F238E27FC236}">
                  <a16:creationId xmlns:a16="http://schemas.microsoft.com/office/drawing/2014/main" id="{F437AF04-DBBE-D147-9D00-1F092DC13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solidFill>
              <a:srgbClr val="E3E3E3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FFE76A88-FB7A-2B4F-A72F-7E081B27734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DC7C49E-E0E6-3B4F-B019-59DD07BA06E3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66AE459-3BCA-DF48-939F-35BFC34B5779}"/>
              </a:ext>
            </a:extLst>
          </p:cNvPr>
          <p:cNvCxnSpPr>
            <a:cxnSpLocks noChangeAspect="1"/>
            <a:endCxn id="295" idx="0"/>
          </p:cNvCxnSpPr>
          <p:nvPr/>
        </p:nvCxnSpPr>
        <p:spPr>
          <a:xfrm>
            <a:off x="7045418" y="1678045"/>
            <a:ext cx="0" cy="1534163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2469FFC-632C-C24F-8F1F-4D60A7D47230}"/>
              </a:ext>
            </a:extLst>
          </p:cNvPr>
          <p:cNvCxnSpPr>
            <a:cxnSpLocks/>
          </p:cNvCxnSpPr>
          <p:nvPr/>
        </p:nvCxnSpPr>
        <p:spPr>
          <a:xfrm flipV="1">
            <a:off x="8241979" y="1950807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D5E1A468-888E-7F4D-8D90-8135C978B211}"/>
              </a:ext>
            </a:extLst>
          </p:cNvPr>
          <p:cNvSpPr txBox="1">
            <a:spLocks noChangeAspect="1"/>
          </p:cNvSpPr>
          <p:nvPr/>
        </p:nvSpPr>
        <p:spPr>
          <a:xfrm>
            <a:off x="7861862" y="2229968"/>
            <a:ext cx="761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3CC3A3C-6A94-BA4A-B2BE-8EE829B0909D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E5065630-165C-2F40-B787-57C0A40A10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21A8164E-EE96-A147-AE1F-58B89BB3DB60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19AD5F2-8568-9F47-AF83-29AFF29CA5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75573989-3097-F14B-A5B4-0A3F1565B238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5C85F05C-BAF8-834F-B346-8A1E1880C09E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EABCC86C-FE0E-6848-8321-352CB17A85FD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F6F6B13-61CA-5048-B608-D2A83872B3B4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C2DB04F6-16AE-9E45-83FE-D5BD5007042C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E27C6BF0-4D3C-3742-87DA-1ABA23E6A61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727823D6-8454-254B-BBE7-088DA89F1223}"/>
              </a:ext>
            </a:extLst>
          </p:cNvPr>
          <p:cNvSpPr>
            <a:spLocks noChangeAspect="1"/>
          </p:cNvSpPr>
          <p:nvPr/>
        </p:nvSpPr>
        <p:spPr>
          <a:xfrm>
            <a:off x="9258942" y="697865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2B2D6E80-6229-254F-8385-BF50AEB8DBC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D4DD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8023627-D9AB-034A-A27C-5408678BE201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D3C6FC53-E698-6047-B200-0C182D6C98FE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D4D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2DD8DD32-37A2-5445-932B-08110B245FB1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4FC0EF2-C4C1-9C41-A990-16904D309766}"/>
              </a:ext>
            </a:extLst>
          </p:cNvPr>
          <p:cNvSpPr txBox="1">
            <a:spLocks noChangeAspect="1"/>
          </p:cNvSpPr>
          <p:nvPr/>
        </p:nvSpPr>
        <p:spPr>
          <a:xfrm>
            <a:off x="8238693" y="1996064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2B5DD264-D0BA-F948-AA31-9A06086B4E0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202807" y="213899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04997CE6-6DCD-7846-9442-E8EDC7B7C0CA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325C4EB2-41D4-1344-A141-9EFD5B166B70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297298A3-37A1-F54F-94E9-ACB051B516E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C415CBC-0106-5845-AD3E-2466D4FEC1E1}"/>
              </a:ext>
            </a:extLst>
          </p:cNvPr>
          <p:cNvCxnSpPr>
            <a:cxnSpLocks/>
          </p:cNvCxnSpPr>
          <p:nvPr/>
        </p:nvCxnSpPr>
        <p:spPr>
          <a:xfrm flipV="1">
            <a:off x="11324098" y="3947540"/>
            <a:ext cx="407905" cy="30600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86128ED6-B3AA-544F-A0FE-A588DA1C2B24}"/>
              </a:ext>
            </a:extLst>
          </p:cNvPr>
          <p:cNvCxnSpPr>
            <a:cxnSpLocks/>
            <a:stCxn id="359" idx="1"/>
            <a:endCxn id="364" idx="2"/>
          </p:cNvCxnSpPr>
          <p:nvPr/>
        </p:nvCxnSpPr>
        <p:spPr>
          <a:xfrm>
            <a:off x="9623007" y="760771"/>
            <a:ext cx="309240" cy="161763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BE4B507-32DF-1A4B-87FB-090D0490859B}"/>
              </a:ext>
            </a:extLst>
          </p:cNvPr>
          <p:cNvCxnSpPr>
            <a:cxnSpLocks/>
            <a:endCxn id="281" idx="2"/>
          </p:cNvCxnSpPr>
          <p:nvPr/>
        </p:nvCxnSpPr>
        <p:spPr>
          <a:xfrm flipV="1">
            <a:off x="7323287" y="3104815"/>
            <a:ext cx="320610" cy="167359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3C3FA9BD-ED05-6E46-8971-3DE084E5C2D2}"/>
              </a:ext>
            </a:extLst>
          </p:cNvPr>
          <p:cNvCxnSpPr>
            <a:cxnSpLocks/>
            <a:endCxn id="328" idx="2"/>
          </p:cNvCxnSpPr>
          <p:nvPr/>
        </p:nvCxnSpPr>
        <p:spPr>
          <a:xfrm>
            <a:off x="7328025" y="4047731"/>
            <a:ext cx="318089" cy="167855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C2A1DF-3C8D-534F-A044-7DB0D3326374}"/>
              </a:ext>
            </a:extLst>
          </p:cNvPr>
          <p:cNvSpPr txBox="1"/>
          <p:nvPr/>
        </p:nvSpPr>
        <p:spPr>
          <a:xfrm>
            <a:off x="2681626" y="1283777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0110011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C466662-6744-E043-9B08-18AA466B4D67}"/>
              </a:ext>
            </a:extLst>
          </p:cNvPr>
          <p:cNvSpPr txBox="1"/>
          <p:nvPr/>
        </p:nvSpPr>
        <p:spPr>
          <a:xfrm>
            <a:off x="2656984" y="1793536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0000000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62881D44-76EF-3649-806F-B59F8B1E98B1}"/>
              </a:ext>
            </a:extLst>
          </p:cNvPr>
          <p:cNvSpPr txBox="1"/>
          <p:nvPr/>
        </p:nvSpPr>
        <p:spPr>
          <a:xfrm>
            <a:off x="3022192" y="1547415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000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76580F92-04F0-3046-A893-F38B54B2D0D0}"/>
              </a:ext>
            </a:extLst>
          </p:cNvPr>
          <p:cNvSpPr txBox="1"/>
          <p:nvPr/>
        </p:nvSpPr>
        <p:spPr>
          <a:xfrm>
            <a:off x="2845255" y="2625438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01001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FF2EC75D-0F19-644E-8B25-62E61FB71599}"/>
              </a:ext>
            </a:extLst>
          </p:cNvPr>
          <p:cNvSpPr txBox="1"/>
          <p:nvPr/>
        </p:nvSpPr>
        <p:spPr>
          <a:xfrm>
            <a:off x="2836698" y="2989166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10010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1D6B46-1D28-5D47-820B-4F981777A33A}"/>
              </a:ext>
            </a:extLst>
          </p:cNvPr>
          <p:cNvSpPr txBox="1"/>
          <p:nvPr/>
        </p:nvSpPr>
        <p:spPr>
          <a:xfrm>
            <a:off x="2851491" y="4042738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00110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619FF7-44CE-B74E-B910-3A6B879EDB6C}"/>
              </a:ext>
            </a:extLst>
          </p:cNvPr>
          <p:cNvSpPr/>
          <p:nvPr/>
        </p:nvSpPr>
        <p:spPr>
          <a:xfrm>
            <a:off x="4394103" y="476260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09124A-81FD-454A-A3E8-960E42FCD74D}"/>
              </a:ext>
            </a:extLst>
          </p:cNvPr>
          <p:cNvSpPr/>
          <p:nvPr/>
        </p:nvSpPr>
        <p:spPr>
          <a:xfrm>
            <a:off x="7353405" y="491297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66C882-66D8-AD43-8D60-379FAAA03C54}"/>
              </a:ext>
            </a:extLst>
          </p:cNvPr>
          <p:cNvSpPr/>
          <p:nvPr/>
        </p:nvSpPr>
        <p:spPr>
          <a:xfrm>
            <a:off x="7339620" y="2096979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A41932A-C641-574F-9D29-81E8C7BADE7F}"/>
              </a:ext>
            </a:extLst>
          </p:cNvPr>
          <p:cNvSpPr txBox="1"/>
          <p:nvPr/>
        </p:nvSpPr>
        <p:spPr>
          <a:xfrm>
            <a:off x="7938442" y="2414060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00XXX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97206D3-58A3-5C4F-BEB9-63DD5F125ADF}"/>
              </a:ext>
            </a:extLst>
          </p:cNvPr>
          <p:cNvSpPr txBox="1"/>
          <p:nvPr/>
        </p:nvSpPr>
        <p:spPr>
          <a:xfrm>
            <a:off x="8317076" y="4912340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0000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89E9FEA0-5DA1-EA44-969B-1908FD3FDBB3}"/>
              </a:ext>
            </a:extLst>
          </p:cNvPr>
          <p:cNvSpPr/>
          <p:nvPr/>
        </p:nvSpPr>
        <p:spPr>
          <a:xfrm>
            <a:off x="9823610" y="199192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6432A647-7E6B-F341-9CF4-E6DE4147D35C}"/>
              </a:ext>
            </a:extLst>
          </p:cNvPr>
          <p:cNvSpPr/>
          <p:nvPr/>
        </p:nvSpPr>
        <p:spPr>
          <a:xfrm>
            <a:off x="10162691" y="1991921"/>
            <a:ext cx="463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XXX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7874EE35-FD2B-D44E-99A9-3848B60E9233}"/>
              </a:ext>
            </a:extLst>
          </p:cNvPr>
          <p:cNvSpPr/>
          <p:nvPr/>
        </p:nvSpPr>
        <p:spPr>
          <a:xfrm>
            <a:off x="11357506" y="4917058"/>
            <a:ext cx="3674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00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B65A2E76-ABFA-6440-B4A3-C5B3ABA0E869}"/>
              </a:ext>
            </a:extLst>
          </p:cNvPr>
          <p:cNvSpPr/>
          <p:nvPr/>
        </p:nvSpPr>
        <p:spPr>
          <a:xfrm>
            <a:off x="10048484" y="1483145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5D18FE11-5D24-E44D-970C-9788CD2A76E4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1B10FAD9-B924-EA42-8845-4413F60DE658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5F870A5E-73A5-614D-B70A-7B03A4C729AF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26587697-A910-3D48-868B-12FFD52F4912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45FBB960-D031-2C42-9610-402D99DB56E6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3BABB582-FBBB-B148-8AE9-4B57D5B57DE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91B19383-8D04-0149-83EB-C1272132AF6D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Rectangle 449">
            <a:extLst>
              <a:ext uri="{FF2B5EF4-FFF2-40B4-BE49-F238E27FC236}">
                <a16:creationId xmlns:a16="http://schemas.microsoft.com/office/drawing/2014/main" id="{98C10471-BAFD-904D-BEEF-CB87EBF6FBFF}"/>
              </a:ext>
            </a:extLst>
          </p:cNvPr>
          <p:cNvSpPr/>
          <p:nvPr/>
        </p:nvSpPr>
        <p:spPr>
          <a:xfrm>
            <a:off x="4199210" y="6325638"/>
            <a:ext cx="463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XXX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C6D4B2BB-FED3-2E4C-B5DF-D02245D0B47B}"/>
              </a:ext>
            </a:extLst>
          </p:cNvPr>
          <p:cNvSpPr txBox="1">
            <a:spLocks noChangeAspect="1"/>
          </p:cNvSpPr>
          <p:nvPr/>
        </p:nvSpPr>
        <p:spPr>
          <a:xfrm>
            <a:off x="2481268" y="282323"/>
            <a:ext cx="3058776" cy="41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Instrucciones</a:t>
            </a:r>
            <a:r>
              <a:rPr lang="en-US" sz="2800" dirty="0"/>
              <a:t> Tipo R</a:t>
            </a:r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8845A6CC-030E-1C49-83C0-C17E12EC5C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6AA13C96-89B0-EA46-B9D4-57E296A2D9D1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ACCC15D5-97DD-BE45-AF53-975991F527E2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2F022B2A-A6D4-5240-860B-C1F4DD7B39E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A5860F15-DDD0-B748-B7A6-DF99BA7A5285}"/>
              </a:ext>
            </a:extLst>
          </p:cNvPr>
          <p:cNvSpPr txBox="1">
            <a:spLocks noChangeAspect="1"/>
          </p:cNvSpPr>
          <p:nvPr/>
        </p:nvSpPr>
        <p:spPr>
          <a:xfrm>
            <a:off x="11638478" y="1086257"/>
            <a:ext cx="503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190ACEC-8377-3B4A-80B2-2FED5C78A184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190ACEC-8377-3B4A-80B2-2FED5C78A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6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6C8D650D-FA2E-944D-AC23-08D68D79E52B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6C8D650D-FA2E-944D-AC23-08D68D79E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7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990A4E7-3CE2-D949-B1BC-4D9E1FFDBA6F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990A4E7-3CE2-D949-B1BC-4D9E1FFDB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8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6B6EE596-076F-3C48-97D2-EA86B3AD29F7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6B6EE596-076F-3C48-97D2-EA86B3AD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9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B8A5407-3391-4A4D-81BB-5C65072C6F90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B8A5407-3391-4A4D-81BB-5C65072C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2A1FFFDA-4878-4C42-967C-C6A154142CC5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2A1FFFDA-4878-4C42-967C-C6A15414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11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TextBox 400">
            <a:extLst>
              <a:ext uri="{FF2B5EF4-FFF2-40B4-BE49-F238E27FC236}">
                <a16:creationId xmlns:a16="http://schemas.microsoft.com/office/drawing/2014/main" id="{EBC42C13-3B37-354A-8B3F-1E3568849040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755FA4A6-17B5-A045-89CC-859BAB12A95C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B63693A9-B197-364B-B94D-7101D63813BE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EEF5467E-1C00-B248-BE7C-7E65822C11B0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5828F82-F036-364B-8657-81EFAABF0F3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B5289380-FDB8-7048-A953-9E3707D75802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437BA7C-9780-4649-A63D-D291AB514C69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437BA7C-9780-4649-A63D-D291AB514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AC310973-C68C-FF4C-8E2D-C6E49AA18E61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AC310973-C68C-FF4C-8E2D-C6E49AA18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3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3B263F5-3B24-FC4D-8481-7429355CE014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3B263F5-3B24-FC4D-8481-7429355C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2B51607B-46AE-4848-9DE4-CD4D7BB6CB38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2B51607B-46AE-4848-9DE4-CD4D7BB6C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5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9" name="TextBox 458">
            <a:extLst>
              <a:ext uri="{FF2B5EF4-FFF2-40B4-BE49-F238E27FC236}">
                <a16:creationId xmlns:a16="http://schemas.microsoft.com/office/drawing/2014/main" id="{97A8C3B4-5153-504F-A535-B5583D263936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F8D4F3C1-E552-4E4E-B725-17C315175B92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F8D4F3C1-E552-4E4E-B725-17C315175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6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Rectangle 460">
            <a:extLst>
              <a:ext uri="{FF2B5EF4-FFF2-40B4-BE49-F238E27FC236}">
                <a16:creationId xmlns:a16="http://schemas.microsoft.com/office/drawing/2014/main" id="{27871DD3-844C-5045-9170-7B63DA40D04B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431CE237-B306-2240-BE8C-9B9D5E8AEC88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9B217F4-26C8-E44F-BC0F-A421EAAF3B51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9B217F4-26C8-E44F-BC0F-A421EAAF3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7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CC2563E9-A3CB-C041-A6FF-DB211506A00E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CC2563E9-A3CB-C041-A6FF-DB211506A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8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2296219-A9CF-634A-96B6-B6C1FCE541B7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2296219-A9CF-634A-96B6-B6C1FCE54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9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6488FCE4-6D46-B741-B6F2-9F41E5168A1D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6488FCE4-6D46-B741-B6F2-9F41E5168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0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8C62DC62-7FA2-1D4F-B165-1918B89918EB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8C62DC62-7FA2-1D4F-B165-1918B8991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21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TextBox 470">
            <a:extLst>
              <a:ext uri="{FF2B5EF4-FFF2-40B4-BE49-F238E27FC236}">
                <a16:creationId xmlns:a16="http://schemas.microsoft.com/office/drawing/2014/main" id="{C637F2F1-7424-D34A-9F48-3DED78C6D0DD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66011722-F921-624F-AAC5-6C00DCB31F9D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7B53C005-1F7C-DF40-9E3A-41634E6BB8D8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620CBDAF-C9AF-874E-A081-AA8D03A53195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F049604-78D9-4541-AE96-BAB11F50E5DE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F049604-78D9-4541-AE96-BAB11F50E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1" name="TextBox 300">
            <a:extLst>
              <a:ext uri="{FF2B5EF4-FFF2-40B4-BE49-F238E27FC236}">
                <a16:creationId xmlns:a16="http://schemas.microsoft.com/office/drawing/2014/main" id="{F72EEAE8-1F5B-1E4A-BE09-265321F82955}"/>
              </a:ext>
            </a:extLst>
          </p:cNvPr>
          <p:cNvSpPr txBox="1"/>
          <p:nvPr/>
        </p:nvSpPr>
        <p:spPr>
          <a:xfrm>
            <a:off x="5619682" y="233772"/>
            <a:ext cx="2949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add </a:t>
            </a:r>
            <a:r>
              <a:rPr lang="en-US" sz="2400" dirty="0">
                <a:solidFill>
                  <a:srgbClr val="0432FF"/>
                </a:solidFill>
                <a:latin typeface="Courier" pitchFamily="2" charset="0"/>
              </a:rPr>
              <a:t>x6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>
                <a:solidFill>
                  <a:srgbClr val="92D050"/>
                </a:solidFill>
                <a:latin typeface="Courier" pitchFamily="2" charset="0"/>
              </a:rPr>
              <a:t>x9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Courier" pitchFamily="2" charset="0"/>
              </a:rPr>
              <a:t>x18</a:t>
            </a:r>
            <a:endParaRPr lang="en-US" sz="24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1EB31FA6-72DA-5D4D-92C6-074F11F52BE7}"/>
              </a:ext>
            </a:extLst>
          </p:cNvPr>
          <p:cNvSpPr txBox="1"/>
          <p:nvPr/>
        </p:nvSpPr>
        <p:spPr>
          <a:xfrm>
            <a:off x="11626280" y="1297499"/>
            <a:ext cx="5196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00XXX</a:t>
            </a:r>
          </a:p>
          <a:p>
            <a:pPr algn="ctr"/>
            <a:r>
              <a:rPr lang="en-US" sz="1000" dirty="0"/>
              <a:t>01000</a:t>
            </a:r>
          </a:p>
          <a:p>
            <a:pPr algn="ctr"/>
            <a:r>
              <a:rPr lang="en-US" sz="1000" dirty="0"/>
              <a:t>01001</a:t>
            </a:r>
          </a:p>
          <a:p>
            <a:pPr algn="ctr"/>
            <a:r>
              <a:rPr lang="en-US" sz="1000" dirty="0"/>
              <a:t>01100</a:t>
            </a:r>
          </a:p>
          <a:p>
            <a:pPr algn="ctr"/>
            <a:r>
              <a:rPr lang="en-US" sz="1000" dirty="0"/>
              <a:t>01101</a:t>
            </a:r>
          </a:p>
          <a:p>
            <a:pPr algn="ctr"/>
            <a:r>
              <a:rPr lang="en-US" sz="1000" dirty="0"/>
              <a:t>01110</a:t>
            </a:r>
          </a:p>
          <a:p>
            <a:pPr algn="ctr"/>
            <a:r>
              <a:rPr lang="en-US" sz="1000" dirty="0"/>
              <a:t>01111</a:t>
            </a:r>
          </a:p>
          <a:p>
            <a:pPr algn="ctr"/>
            <a:r>
              <a:rPr lang="en-US" sz="1000" dirty="0"/>
              <a:t>1XXXX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87ADB5B-A230-FD4E-A526-BDF0DB0F7F69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8837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5" grpId="0"/>
      <p:bldP spid="366" grpId="0"/>
      <p:bldP spid="367" grpId="0"/>
      <p:bldP spid="368" grpId="0"/>
      <p:bldP spid="369" grpId="0"/>
      <p:bldP spid="22" grpId="0"/>
      <p:bldP spid="23" grpId="0"/>
      <p:bldP spid="24" grpId="0"/>
      <p:bldP spid="370" grpId="0"/>
      <p:bldP spid="371" grpId="0"/>
      <p:bldP spid="380" grpId="0"/>
      <p:bldP spid="396" grpId="0"/>
      <p:bldP spid="397" grpId="0"/>
      <p:bldP spid="413" grpId="0"/>
      <p:bldP spid="45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BD832C4-321B-8941-A4BE-75D44ACCC1B7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8115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86559BDC-1951-974C-A1DD-50F53DDF5FF8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0370557-265B-DB43-8390-6FEDAF1CFD37}"/>
              </a:ext>
            </a:extLst>
          </p:cNvPr>
          <p:cNvCxnSpPr>
            <a:cxnSpLocks/>
            <a:stCxn id="291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  <a:stCxn id="295" idx="6"/>
          </p:cNvCxnSpPr>
          <p:nvPr/>
        </p:nvCxnSpPr>
        <p:spPr>
          <a:xfrm>
            <a:off x="7091138" y="3257928"/>
            <a:ext cx="217975" cy="5491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619449-FF60-A54B-99ED-4C8299447EE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87ADB5B-A230-FD4E-A526-BDF0DB0F7F69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569550-7AAA-3A41-8AE1-241ADB6602F3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211" name="Trapezoid 210">
              <a:extLst>
                <a:ext uri="{FF2B5EF4-FFF2-40B4-BE49-F238E27FC236}">
                  <a16:creationId xmlns:a16="http://schemas.microsoft.com/office/drawing/2014/main" id="{F4FB696F-F5DE-2742-A38D-28D25E2272F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D2F9753F-EB30-E14B-A520-4A21CE24FF42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6791B19-2938-D64F-85DC-34EDC4E7D06E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D7DE54D-BA85-B745-91D4-70A2D6592813}"/>
              </a:ext>
            </a:extLst>
          </p:cNvPr>
          <p:cNvCxnSpPr>
            <a:cxnSpLocks noChangeAspect="1"/>
            <a:stCxn id="230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0EED4AD-BC25-1D46-B25F-1935C58F5FE2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58DE656D-9BB2-5B41-AD37-4B9927B11735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D3B5495-4088-8641-9F36-80405E286175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4C4C07B8-57E5-2442-9BDE-D93E1DA0F1C5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16A0233-A2DC-3C4E-88C2-1E1D35531C3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6B1BE609-9343-3B40-B0A6-F58E02035BE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37C82594-AEA4-E641-A71E-835D4774C9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187B66B0-A910-3240-841C-5346793D4D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E01DAEE-3358-F94C-98CD-2F63FEE0DB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28" name="Terminator 327">
              <a:extLst>
                <a:ext uri="{FF2B5EF4-FFF2-40B4-BE49-F238E27FC236}">
                  <a16:creationId xmlns:a16="http://schemas.microsoft.com/office/drawing/2014/main" id="{0F3A7273-0B1B-5A4C-B603-00DACF405280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52F74950-D40D-A840-8D00-E5E442D6C3AB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B08BF73-E06F-3C41-8948-730BAF1DA631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6CFF3E8-B9D2-0446-8962-CF578DA114E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35EFE768-5A4E-1C4C-AFA6-D6717F06C93B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505A576D-4EC5-224B-828A-1F310438B256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19CF880-E2EC-BD47-9B62-CED35F48D488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CF305664-C2A0-554A-A4F5-8631B5D40B6F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979A72C1-29F8-AE47-B282-E88C4673E563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1F596BAB-C024-2641-8D71-289687C75B0F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7F05343E-A380-C64D-BD7F-D90A4445C567}"/>
              </a:ext>
            </a:extLst>
          </p:cNvPr>
          <p:cNvCxnSpPr>
            <a:cxnSpLocks noChangeAspect="1"/>
          </p:cNvCxnSpPr>
          <p:nvPr/>
        </p:nvCxnSpPr>
        <p:spPr>
          <a:xfrm>
            <a:off x="2199605" y="748269"/>
            <a:ext cx="740879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F93EF35-D098-CC40-8F75-2C2A39C7CEF1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8A823AFA-BF90-634A-9C47-C6EBAF0C0597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TextBox 409">
            <a:extLst>
              <a:ext uri="{FF2B5EF4-FFF2-40B4-BE49-F238E27FC236}">
                <a16:creationId xmlns:a16="http://schemas.microsoft.com/office/drawing/2014/main" id="{C6DF42CC-FE07-D142-A53E-D0122A12BD53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515D6C4D-5F08-454D-98BD-1F0A65EE50BF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Oval 411">
            <a:extLst>
              <a:ext uri="{FF2B5EF4-FFF2-40B4-BE49-F238E27FC236}">
                <a16:creationId xmlns:a16="http://schemas.microsoft.com/office/drawing/2014/main" id="{C469C41C-303F-6546-94D0-25CD8130A64E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F803CFF1-EF4D-8041-8369-7361430689D4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F33FE699-F923-4A47-BE66-B27E5D0AF8EE}"/>
              </a:ext>
            </a:extLst>
          </p:cNvPr>
          <p:cNvCxnSpPr>
            <a:cxnSpLocks noChangeAspect="1"/>
            <a:endCxn id="364" idx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C896AD1A-5643-D243-9A34-945D6AA1E98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3E5A22C-93A8-E847-94CC-848B2D8E45B0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ACA2E737-9F4D-2247-93EE-C643618001F0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3559529"/>
            <a:ext cx="276697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CE8B9FCC-9517-1941-A250-313CE2933362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0" cy="336963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730198F5-D850-FD43-A10C-57FA1FFF58E5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9992741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A2933059-BEC5-DF41-A6E8-BD7672095602}"/>
              </a:ext>
            </a:extLst>
          </p:cNvPr>
          <p:cNvCxnSpPr>
            <a:cxnSpLocks noChangeAspect="1"/>
          </p:cNvCxnSpPr>
          <p:nvPr/>
        </p:nvCxnSpPr>
        <p:spPr>
          <a:xfrm>
            <a:off x="10199327" y="186717"/>
            <a:ext cx="0" cy="7225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8E6ADD9D-A68C-F643-8CE5-07E728392CE2}"/>
              </a:ext>
            </a:extLst>
          </p:cNvPr>
          <p:cNvCxnSpPr>
            <a:cxnSpLocks noChangeAspect="1"/>
            <a:stCxn id="364" idx="2"/>
          </p:cNvCxnSpPr>
          <p:nvPr/>
        </p:nvCxnSpPr>
        <p:spPr>
          <a:xfrm>
            <a:off x="9932247" y="922534"/>
            <a:ext cx="267080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045835B3-78DC-8947-8CA3-06D18EA1256B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829FCCA-5AB0-A84D-93C1-61A900515EB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4FF36149-E8DA-BE42-B8F5-6BE09D7C022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8576FFF-A38F-114A-AF66-85B0AE1E359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F6270B51-FA74-614F-BDBA-58A18D8DF0D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2536B10D-DF66-5E4A-97F7-D2639858638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64" name="Terminator 363">
              <a:extLst>
                <a:ext uri="{FF2B5EF4-FFF2-40B4-BE49-F238E27FC236}">
                  <a16:creationId xmlns:a16="http://schemas.microsoft.com/office/drawing/2014/main" id="{EDFFFBCE-1414-9748-B34C-F3F2F641D736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B303312D-9D19-5442-A973-07F7FD7F58C6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4913887B-774B-7B4C-9482-24BAEE0A3CC9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23F355F5-B95E-6D48-AA66-CEBE806D471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82572"/>
            <a:ext cx="0" cy="1006060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D082F689-5471-754C-BEC6-1EB7C064BFB8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00617FE5-03E4-AF49-ACEB-16751191E11D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F767C045-35C1-AC41-A4F0-1136811286A2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4D7BEAAC-E3CF-7646-B42C-84AE96E3BE18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068A8B10-F5FD-2447-AB19-EBECF475AD5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AEE3F5A4-1365-DF47-AE5D-1AFD44531DBB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4224B02A-91C6-DD43-BE78-FF82DF045C9D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6562A99C-D3B6-D145-9CEB-EF68BD1F32AA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76E7ECFA-91A3-A548-85EC-65C181E2ADAC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68ED9E1C-D259-9047-9BCE-289A2E2A3117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53A22C2D-8C55-F446-AE6E-B39E45948D51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83AADFA7-600E-BA41-A030-3748DE5FD0AC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4CCCD465-A396-B44F-AA4B-76FFB73C903B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EF0A5FF-0BEF-6743-82E8-450914B2F97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487AD2C9-BBA1-4C45-A8B8-42A99C4D6BF8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5C969A-4831-6E44-886D-DC45A6CF78A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72D5CD-F8F1-5D4C-B709-27B13CEA6E89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072E0C6-CEB3-5D48-952F-1E5D9E7C6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D6AFDCFD-1C13-AE4D-8908-48C31D71C5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A03378C-9C11-4C45-92D4-8E2F93AE2AA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929BD477-2739-3D47-B3FC-7CE2669D727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11D1849-3BC8-C940-AAA0-BB0AAD276B0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CACCD38D-18DD-6041-A31A-3BCBFDFA7072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78F9F131-A26D-724E-8F39-93558153F43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BBFD0F97-CF4F-5441-B883-FF8FAD9AF065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0" name="Oval 229">
            <a:extLst>
              <a:ext uri="{FF2B5EF4-FFF2-40B4-BE49-F238E27FC236}">
                <a16:creationId xmlns:a16="http://schemas.microsoft.com/office/drawing/2014/main" id="{66F58FFA-790C-5841-A55A-1892166AC690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8FF6E60A-3A40-4144-A250-E61529853C0D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AB5E142-C255-A048-91AC-66B92F464F9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C07266A0-8472-C144-8B24-38D4CA973959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B42B184B-3A6C-C941-87C3-47108897DC6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FDDC661-850C-A545-A99F-6F4F0AFAB297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B3A2D39-062C-354F-9179-88D69C2745C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65F79CD-1B8A-AD45-AEFB-04F625FE46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A2B7920C-CB30-404D-9CF6-D076A99FB3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888C9343-61E0-8241-99BF-CEB715E8D2B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C9622EA-031B-FB44-AFA8-D3C6CAF30EF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1" name="Terminator 280">
              <a:extLst>
                <a:ext uri="{FF2B5EF4-FFF2-40B4-BE49-F238E27FC236}">
                  <a16:creationId xmlns:a16="http://schemas.microsoft.com/office/drawing/2014/main" id="{78164BFF-5B3A-C848-9B38-EAC3CABD8048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7B3FD88-7662-1D43-829E-4217A95142F9}"/>
              </a:ext>
            </a:extLst>
          </p:cNvPr>
          <p:cNvCxnSpPr>
            <a:cxnSpLocks/>
          </p:cNvCxnSpPr>
          <p:nvPr/>
        </p:nvCxnSpPr>
        <p:spPr>
          <a:xfrm>
            <a:off x="7483333" y="2526967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A1D945E7-B4CD-D04E-83B7-106F94B72550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75561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0EBA99BE-41F2-8F4E-8A2A-EFCB91373206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3E4B5A8-CC21-474D-A812-4E79FA2D0BC1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FDCC1B7-659D-AD47-B5F9-028342FC53AE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D23DE27-992F-774E-ACE2-D489B34D04A2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0" name="Rounded Rectangle 289">
              <a:extLst>
                <a:ext uri="{FF2B5EF4-FFF2-40B4-BE49-F238E27FC236}">
                  <a16:creationId xmlns:a16="http://schemas.microsoft.com/office/drawing/2014/main" id="{F437AF04-DBBE-D147-9D00-1F092DC13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FFE76A88-FB7A-2B4F-A72F-7E081B27734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DC7C49E-E0E6-3B4F-B019-59DD07BA06E3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E158717-2015-2841-BE1E-AEFEA5B347A7}"/>
              </a:ext>
            </a:extLst>
          </p:cNvPr>
          <p:cNvCxnSpPr>
            <a:cxnSpLocks noChangeAspect="1"/>
            <a:endCxn id="349" idx="0"/>
          </p:cNvCxnSpPr>
          <p:nvPr/>
        </p:nvCxnSpPr>
        <p:spPr>
          <a:xfrm>
            <a:off x="6788509" y="1377949"/>
            <a:ext cx="0" cy="26640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B564BA2D-0A66-E945-98B8-536D5977F629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66AE459-3BCA-DF48-939F-35BFC34B5779}"/>
              </a:ext>
            </a:extLst>
          </p:cNvPr>
          <p:cNvCxnSpPr>
            <a:cxnSpLocks noChangeAspect="1"/>
            <a:endCxn id="295" idx="0"/>
          </p:cNvCxnSpPr>
          <p:nvPr/>
        </p:nvCxnSpPr>
        <p:spPr>
          <a:xfrm>
            <a:off x="7045418" y="1678043"/>
            <a:ext cx="0" cy="15840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2469FFC-632C-C24F-8F1F-4D60A7D47230}"/>
              </a:ext>
            </a:extLst>
          </p:cNvPr>
          <p:cNvCxnSpPr>
            <a:cxnSpLocks/>
          </p:cNvCxnSpPr>
          <p:nvPr/>
        </p:nvCxnSpPr>
        <p:spPr>
          <a:xfrm flipV="1">
            <a:off x="8241979" y="1950807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D5E1A468-888E-7F4D-8D90-8135C978B211}"/>
              </a:ext>
            </a:extLst>
          </p:cNvPr>
          <p:cNvSpPr txBox="1">
            <a:spLocks noChangeAspect="1"/>
          </p:cNvSpPr>
          <p:nvPr/>
        </p:nvSpPr>
        <p:spPr>
          <a:xfrm>
            <a:off x="7861862" y="2229968"/>
            <a:ext cx="761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3CC3A3C-6A94-BA4A-B2BE-8EE829B0909D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E5065630-165C-2F40-B787-57C0A40A10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21A8164E-EE96-A147-AE1F-58B89BB3DB60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19AD5F2-8568-9F47-AF83-29AFF29CA5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75573989-3097-F14B-A5B4-0A3F1565B238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5C85F05C-BAF8-834F-B346-8A1E1880C09E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EABCC86C-FE0E-6848-8321-352CB17A85FD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F6F6B13-61CA-5048-B608-D2A83872B3B4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C2DB04F6-16AE-9E45-83FE-D5BD5007042C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385" name="Terminator 384">
            <a:extLst>
              <a:ext uri="{FF2B5EF4-FFF2-40B4-BE49-F238E27FC236}">
                <a16:creationId xmlns:a16="http://schemas.microsoft.com/office/drawing/2014/main" id="{885A1DB9-59E5-9A46-935B-A60651D8FFCF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E27C6BF0-4D3C-3742-87DA-1ABA23E6A61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727823D6-8454-254B-BBE7-088DA89F1223}"/>
              </a:ext>
            </a:extLst>
          </p:cNvPr>
          <p:cNvSpPr>
            <a:spLocks noChangeAspect="1"/>
          </p:cNvSpPr>
          <p:nvPr/>
        </p:nvSpPr>
        <p:spPr>
          <a:xfrm>
            <a:off x="9258942" y="697865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F283E8BE-C123-EB42-B1D8-CA13EEE33ED8}"/>
              </a:ext>
            </a:extLst>
          </p:cNvPr>
          <p:cNvCxnSpPr>
            <a:cxnSpLocks noChangeAspect="1"/>
            <a:stCxn id="387" idx="4"/>
          </p:cNvCxnSpPr>
          <p:nvPr/>
        </p:nvCxnSpPr>
        <p:spPr>
          <a:xfrm>
            <a:off x="9304662" y="789305"/>
            <a:ext cx="0" cy="1176113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2B2D6E80-6229-254F-8385-BF50AEB8DBC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8023627-D9AB-034A-A27C-5408678BE201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D3C6FC53-E698-6047-B200-0C182D6C98FE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2DD8DD32-37A2-5445-932B-08110B245FB1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4FC0EF2-C4C1-9C41-A990-16904D309766}"/>
              </a:ext>
            </a:extLst>
          </p:cNvPr>
          <p:cNvSpPr txBox="1">
            <a:spLocks noChangeAspect="1"/>
          </p:cNvSpPr>
          <p:nvPr/>
        </p:nvSpPr>
        <p:spPr>
          <a:xfrm>
            <a:off x="8238693" y="1996064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2B5DD264-D0BA-F948-AA31-9A06086B4E0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202807" y="213899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04997CE6-6DCD-7846-9442-E8EDC7B7C0CA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325C4EB2-41D4-1344-A141-9EFD5B166B70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297298A3-37A1-F54F-94E9-ACB051B516E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BE4B507-32DF-1A4B-87FB-090D0490859B}"/>
              </a:ext>
            </a:extLst>
          </p:cNvPr>
          <p:cNvCxnSpPr>
            <a:cxnSpLocks/>
          </p:cNvCxnSpPr>
          <p:nvPr/>
        </p:nvCxnSpPr>
        <p:spPr>
          <a:xfrm flipV="1">
            <a:off x="7323287" y="4214006"/>
            <a:ext cx="320610" cy="167359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3C3FA9BD-ED05-6E46-8971-3DE084E5C2D2}"/>
              </a:ext>
            </a:extLst>
          </p:cNvPr>
          <p:cNvCxnSpPr>
            <a:cxnSpLocks/>
          </p:cNvCxnSpPr>
          <p:nvPr/>
        </p:nvCxnSpPr>
        <p:spPr>
          <a:xfrm>
            <a:off x="7337590" y="2938881"/>
            <a:ext cx="318089" cy="167855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C2A1DF-3C8D-534F-A044-7DB0D3326374}"/>
              </a:ext>
            </a:extLst>
          </p:cNvPr>
          <p:cNvSpPr txBox="1"/>
          <p:nvPr/>
        </p:nvSpPr>
        <p:spPr>
          <a:xfrm>
            <a:off x="2681626" y="1283777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1100011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62881D44-76EF-3649-806F-B59F8B1E98B1}"/>
              </a:ext>
            </a:extLst>
          </p:cNvPr>
          <p:cNvSpPr txBox="1"/>
          <p:nvPr/>
        </p:nvSpPr>
        <p:spPr>
          <a:xfrm>
            <a:off x="3022192" y="1547415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001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76580F92-04F0-3046-A893-F38B54B2D0D0}"/>
              </a:ext>
            </a:extLst>
          </p:cNvPr>
          <p:cNvSpPr txBox="1"/>
          <p:nvPr/>
        </p:nvSpPr>
        <p:spPr>
          <a:xfrm>
            <a:off x="2845255" y="2625438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00110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FF2EC75D-0F19-644E-8B25-62E61FB71599}"/>
              </a:ext>
            </a:extLst>
          </p:cNvPr>
          <p:cNvSpPr txBox="1"/>
          <p:nvPr/>
        </p:nvSpPr>
        <p:spPr>
          <a:xfrm>
            <a:off x="2836698" y="2989166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01001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619FF7-44CE-B74E-B910-3A6B879EDB6C}"/>
              </a:ext>
            </a:extLst>
          </p:cNvPr>
          <p:cNvSpPr/>
          <p:nvPr/>
        </p:nvSpPr>
        <p:spPr>
          <a:xfrm>
            <a:off x="4394103" y="476260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09124A-81FD-454A-A3E8-960E42FCD74D}"/>
              </a:ext>
            </a:extLst>
          </p:cNvPr>
          <p:cNvSpPr/>
          <p:nvPr/>
        </p:nvSpPr>
        <p:spPr>
          <a:xfrm>
            <a:off x="7353405" y="491297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66C882-66D8-AD43-8D60-379FAAA03C54}"/>
              </a:ext>
            </a:extLst>
          </p:cNvPr>
          <p:cNvSpPr/>
          <p:nvPr/>
        </p:nvSpPr>
        <p:spPr>
          <a:xfrm>
            <a:off x="7339620" y="2096979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A41932A-C641-574F-9D29-81E8C7BADE7F}"/>
              </a:ext>
            </a:extLst>
          </p:cNvPr>
          <p:cNvSpPr txBox="1"/>
          <p:nvPr/>
        </p:nvSpPr>
        <p:spPr>
          <a:xfrm>
            <a:off x="7938442" y="2414060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01001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97206D3-58A3-5C4F-BEB9-63DD5F125ADF}"/>
              </a:ext>
            </a:extLst>
          </p:cNvPr>
          <p:cNvSpPr txBox="1"/>
          <p:nvPr/>
        </p:nvSpPr>
        <p:spPr>
          <a:xfrm>
            <a:off x="8317076" y="4912340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0000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89E9FEA0-5DA1-EA44-969B-1908FD3FDBB3}"/>
              </a:ext>
            </a:extLst>
          </p:cNvPr>
          <p:cNvSpPr/>
          <p:nvPr/>
        </p:nvSpPr>
        <p:spPr>
          <a:xfrm>
            <a:off x="9823610" y="199192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6432A647-7E6B-F341-9CF4-E6DE4147D35C}"/>
              </a:ext>
            </a:extLst>
          </p:cNvPr>
          <p:cNvSpPr/>
          <p:nvPr/>
        </p:nvSpPr>
        <p:spPr>
          <a:xfrm>
            <a:off x="10162691" y="1991921"/>
            <a:ext cx="463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XXX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7874EE35-FD2B-D44E-99A9-3848B60E9233}"/>
              </a:ext>
            </a:extLst>
          </p:cNvPr>
          <p:cNvSpPr/>
          <p:nvPr/>
        </p:nvSpPr>
        <p:spPr>
          <a:xfrm>
            <a:off x="11357506" y="4917058"/>
            <a:ext cx="3706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XX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B65A2E76-ABFA-6440-B4A3-C5B3ABA0E869}"/>
              </a:ext>
            </a:extLst>
          </p:cNvPr>
          <p:cNvSpPr/>
          <p:nvPr/>
        </p:nvSpPr>
        <p:spPr>
          <a:xfrm>
            <a:off x="10048484" y="1483145"/>
            <a:ext cx="2680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?</a:t>
            </a:r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5D18FE11-5D24-E44D-970C-9788CD2A76E4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1B10FAD9-B924-EA42-8845-4413F60DE658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5F870A5E-73A5-614D-B70A-7B03A4C729AF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26587697-A910-3D48-868B-12FFD52F4912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45FBB960-D031-2C42-9610-402D99DB56E6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3BABB582-FBBB-B148-8AE9-4B57D5B57DE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91B19383-8D04-0149-83EB-C1272132AF6D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Rectangle 449">
            <a:extLst>
              <a:ext uri="{FF2B5EF4-FFF2-40B4-BE49-F238E27FC236}">
                <a16:creationId xmlns:a16="http://schemas.microsoft.com/office/drawing/2014/main" id="{98C10471-BAFD-904D-BEEF-CB87EBF6FBFF}"/>
              </a:ext>
            </a:extLst>
          </p:cNvPr>
          <p:cNvSpPr/>
          <p:nvPr/>
        </p:nvSpPr>
        <p:spPr>
          <a:xfrm>
            <a:off x="4199210" y="6325638"/>
            <a:ext cx="4587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C6D4B2BB-FED3-2E4C-B5DF-D02245D0B47B}"/>
              </a:ext>
            </a:extLst>
          </p:cNvPr>
          <p:cNvSpPr txBox="1">
            <a:spLocks noChangeAspect="1"/>
          </p:cNvSpPr>
          <p:nvPr/>
        </p:nvSpPr>
        <p:spPr>
          <a:xfrm>
            <a:off x="2481268" y="282323"/>
            <a:ext cx="3058776" cy="41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Instrucciones</a:t>
            </a:r>
            <a:r>
              <a:rPr lang="en-US" sz="2800" dirty="0"/>
              <a:t> Tipo B</a:t>
            </a:r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8845A6CC-030E-1C49-83C0-C17E12EC5C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6AA13C96-89B0-EA46-B9D4-57E296A2D9D1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ACCC15D5-97DD-BE45-AF53-975991F527E2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2F022B2A-A6D4-5240-860B-C1F4DD7B39E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C4894C39-5E3A-D94E-98C5-C7A0FC2356F9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A5860F15-DDD0-B748-B7A6-DF99BA7A5285}"/>
              </a:ext>
            </a:extLst>
          </p:cNvPr>
          <p:cNvSpPr txBox="1">
            <a:spLocks noChangeAspect="1"/>
          </p:cNvSpPr>
          <p:nvPr/>
        </p:nvSpPr>
        <p:spPr>
          <a:xfrm>
            <a:off x="11638478" y="1086257"/>
            <a:ext cx="503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190ACEC-8377-3B4A-80B2-2FED5C78A184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190ACEC-8377-3B4A-80B2-2FED5C78A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6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6C8D650D-FA2E-944D-AC23-08D68D79E52B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6C8D650D-FA2E-944D-AC23-08D68D79E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7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990A4E7-3CE2-D949-B1BC-4D9E1FFDBA6F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990A4E7-3CE2-D949-B1BC-4D9E1FFDB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8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" name="TextBox 372">
            <a:extLst>
              <a:ext uri="{FF2B5EF4-FFF2-40B4-BE49-F238E27FC236}">
                <a16:creationId xmlns:a16="http://schemas.microsoft.com/office/drawing/2014/main" id="{F5D5CDD9-7B4E-314F-B49C-F56ED3E618CE}"/>
              </a:ext>
            </a:extLst>
          </p:cNvPr>
          <p:cNvSpPr txBox="1"/>
          <p:nvPr/>
        </p:nvSpPr>
        <p:spPr>
          <a:xfrm>
            <a:off x="11626280" y="1297499"/>
            <a:ext cx="5196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00XXX</a:t>
            </a:r>
          </a:p>
          <a:p>
            <a:pPr algn="ctr"/>
            <a:r>
              <a:rPr lang="en-US" sz="1000" dirty="0"/>
              <a:t>01000</a:t>
            </a:r>
          </a:p>
          <a:p>
            <a:pPr algn="ctr"/>
            <a:r>
              <a:rPr lang="en-US" sz="1000" dirty="0"/>
              <a:t>01001</a:t>
            </a:r>
          </a:p>
          <a:p>
            <a:pPr algn="ctr"/>
            <a:r>
              <a:rPr lang="en-US" sz="1000" dirty="0"/>
              <a:t>01100</a:t>
            </a:r>
          </a:p>
          <a:p>
            <a:pPr algn="ctr"/>
            <a:r>
              <a:rPr lang="en-US" sz="1000" dirty="0"/>
              <a:t>01101</a:t>
            </a:r>
          </a:p>
          <a:p>
            <a:pPr algn="ctr"/>
            <a:r>
              <a:rPr lang="en-US" sz="1000" dirty="0"/>
              <a:t>01110</a:t>
            </a:r>
          </a:p>
          <a:p>
            <a:pPr algn="ctr"/>
            <a:r>
              <a:rPr lang="en-US" sz="1000" dirty="0"/>
              <a:t>01111</a:t>
            </a:r>
          </a:p>
          <a:p>
            <a:pPr algn="ctr"/>
            <a:r>
              <a:rPr lang="en-US" sz="1000" dirty="0"/>
              <a:t>1XXXX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6B6EE596-076F-3C48-97D2-EA86B3AD29F7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6B6EE596-076F-3C48-97D2-EA86B3AD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9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B8A5407-3391-4A4D-81BB-5C65072C6F90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B8A5407-3391-4A4D-81BB-5C65072C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2A1FFFDA-4878-4C42-967C-C6A154142CC5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2A1FFFDA-4878-4C42-967C-C6A15414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11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TextBox 400">
            <a:extLst>
              <a:ext uri="{FF2B5EF4-FFF2-40B4-BE49-F238E27FC236}">
                <a16:creationId xmlns:a16="http://schemas.microsoft.com/office/drawing/2014/main" id="{EBC42C13-3B37-354A-8B3F-1E3568849040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755FA4A6-17B5-A045-89CC-859BAB12A95C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B63693A9-B197-364B-B94D-7101D63813BE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EEF5467E-1C00-B248-BE7C-7E65822C11B0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5828F82-F036-364B-8657-81EFAABF0F3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B5289380-FDB8-7048-A953-9E3707D75802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437BA7C-9780-4649-A63D-D291AB514C69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437BA7C-9780-4649-A63D-D291AB514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AC310973-C68C-FF4C-8E2D-C6E49AA18E61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AC310973-C68C-FF4C-8E2D-C6E49AA18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3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3B263F5-3B24-FC4D-8481-7429355CE014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3B263F5-3B24-FC4D-8481-7429355C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2B51607B-46AE-4848-9DE4-CD4D7BB6CB38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2B51607B-46AE-4848-9DE4-CD4D7BB6C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5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9" name="TextBox 458">
            <a:extLst>
              <a:ext uri="{FF2B5EF4-FFF2-40B4-BE49-F238E27FC236}">
                <a16:creationId xmlns:a16="http://schemas.microsoft.com/office/drawing/2014/main" id="{97A8C3B4-5153-504F-A535-B5583D263936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F8D4F3C1-E552-4E4E-B725-17C315175B92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F8D4F3C1-E552-4E4E-B725-17C315175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6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Rectangle 460">
            <a:extLst>
              <a:ext uri="{FF2B5EF4-FFF2-40B4-BE49-F238E27FC236}">
                <a16:creationId xmlns:a16="http://schemas.microsoft.com/office/drawing/2014/main" id="{27871DD3-844C-5045-9170-7B63DA40D04B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431CE237-B306-2240-BE8C-9B9D5E8AEC88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9B217F4-26C8-E44F-BC0F-A421EAAF3B51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9B217F4-26C8-E44F-BC0F-A421EAAF3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7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CC2563E9-A3CB-C041-A6FF-DB211506A00E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CC2563E9-A3CB-C041-A6FF-DB211506A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8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2296219-A9CF-634A-96B6-B6C1FCE541B7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2296219-A9CF-634A-96B6-B6C1FCE54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9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6488FCE4-6D46-B741-B6F2-9F41E5168A1D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6488FCE4-6D46-B741-B6F2-9F41E5168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0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8C62DC62-7FA2-1D4F-B165-1918B89918EB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8C62DC62-7FA2-1D4F-B165-1918B8991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21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TextBox 470">
            <a:extLst>
              <a:ext uri="{FF2B5EF4-FFF2-40B4-BE49-F238E27FC236}">
                <a16:creationId xmlns:a16="http://schemas.microsoft.com/office/drawing/2014/main" id="{C637F2F1-7424-D34A-9F48-3DED78C6D0DD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66011722-F921-624F-AAC5-6C00DCB31F9D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7B53C005-1F7C-DF40-9E3A-41634E6BB8D8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620CBDAF-C9AF-874E-A081-AA8D03A53195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F049604-78D9-4541-AE96-BAB11F50E5DE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F049604-78D9-4541-AE96-BAB11F50E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1" name="TextBox 300">
            <a:extLst>
              <a:ext uri="{FF2B5EF4-FFF2-40B4-BE49-F238E27FC236}">
                <a16:creationId xmlns:a16="http://schemas.microsoft.com/office/drawing/2014/main" id="{F72EEAE8-1F5B-1E4A-BE09-265321F82955}"/>
              </a:ext>
            </a:extLst>
          </p:cNvPr>
          <p:cNvSpPr txBox="1"/>
          <p:nvPr/>
        </p:nvSpPr>
        <p:spPr>
          <a:xfrm>
            <a:off x="5619682" y="233772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urier" pitchFamily="2" charset="0"/>
              </a:rPr>
              <a:t>bne</a:t>
            </a:r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0432FF"/>
                </a:solidFill>
                <a:latin typeface="Courier" pitchFamily="2" charset="0"/>
              </a:rPr>
              <a:t>x6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>
                <a:solidFill>
                  <a:srgbClr val="92D050"/>
                </a:solidFill>
                <a:latin typeface="Courier" pitchFamily="2" charset="0"/>
              </a:rPr>
              <a:t>x9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Courier" pitchFamily="2" charset="0"/>
              </a:rPr>
              <a:t>label</a:t>
            </a:r>
            <a:endParaRPr lang="en-US" sz="2400" dirty="0"/>
          </a:p>
        </p:txBody>
      </p: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0FFB6748-F25F-694B-8269-6D0E577E6C06}"/>
              </a:ext>
            </a:extLst>
          </p:cNvPr>
          <p:cNvCxnSpPr>
            <a:cxnSpLocks/>
            <a:endCxn id="295" idx="2"/>
          </p:cNvCxnSpPr>
          <p:nvPr/>
        </p:nvCxnSpPr>
        <p:spPr>
          <a:xfrm>
            <a:off x="6284570" y="3257928"/>
            <a:ext cx="756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160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6" grpId="0"/>
      <p:bldP spid="367" grpId="0"/>
      <p:bldP spid="368" grpId="0"/>
      <p:bldP spid="22" grpId="0"/>
      <p:bldP spid="23" grpId="0"/>
      <p:bldP spid="24" grpId="0"/>
      <p:bldP spid="370" grpId="0"/>
      <p:bldP spid="371" grpId="0"/>
      <p:bldP spid="380" grpId="0"/>
      <p:bldP spid="396" grpId="0"/>
      <p:bldP spid="397" grpId="0"/>
      <p:bldP spid="413" grpId="0"/>
      <p:bldP spid="45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BD832C4-321B-8941-A4BE-75D44ACCC1B7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8115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86559BDC-1951-974C-A1DD-50F53DDF5FF8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0370557-265B-DB43-8390-6FEDAF1CFD37}"/>
              </a:ext>
            </a:extLst>
          </p:cNvPr>
          <p:cNvCxnSpPr>
            <a:cxnSpLocks/>
            <a:stCxn id="291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  <a:stCxn id="295" idx="6"/>
          </p:cNvCxnSpPr>
          <p:nvPr/>
        </p:nvCxnSpPr>
        <p:spPr>
          <a:xfrm>
            <a:off x="7091138" y="3257928"/>
            <a:ext cx="217975" cy="5491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619449-FF60-A54B-99ED-4C8299447EE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87ADB5B-A230-FD4E-A526-BDF0DB0F7F69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569550-7AAA-3A41-8AE1-241ADB6602F3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211" name="Trapezoid 210">
              <a:extLst>
                <a:ext uri="{FF2B5EF4-FFF2-40B4-BE49-F238E27FC236}">
                  <a16:creationId xmlns:a16="http://schemas.microsoft.com/office/drawing/2014/main" id="{F4FB696F-F5DE-2742-A38D-28D25E2272F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D2F9753F-EB30-E14B-A520-4A21CE24FF42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6791B19-2938-D64F-85DC-34EDC4E7D06E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D7DE54D-BA85-B745-91D4-70A2D6592813}"/>
              </a:ext>
            </a:extLst>
          </p:cNvPr>
          <p:cNvCxnSpPr>
            <a:cxnSpLocks noChangeAspect="1"/>
            <a:stCxn id="230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0EED4AD-BC25-1D46-B25F-1935C58F5FE2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58DE656D-9BB2-5B41-AD37-4B9927B11735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D3B5495-4088-8641-9F36-80405E286175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4C4C07B8-57E5-2442-9BDE-D93E1DA0F1C5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16A0233-A2DC-3C4E-88C2-1E1D35531C3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6B1BE609-9343-3B40-B0A6-F58E02035BE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37C82594-AEA4-E641-A71E-835D4774C9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187B66B0-A910-3240-841C-5346793D4D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E01DAEE-3358-F94C-98CD-2F63FEE0DB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28" name="Terminator 327">
              <a:extLst>
                <a:ext uri="{FF2B5EF4-FFF2-40B4-BE49-F238E27FC236}">
                  <a16:creationId xmlns:a16="http://schemas.microsoft.com/office/drawing/2014/main" id="{0F3A7273-0B1B-5A4C-B603-00DACF405280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52F74950-D40D-A840-8D00-E5E442D6C3AB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B08BF73-E06F-3C41-8948-730BAF1DA631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6CFF3E8-B9D2-0446-8962-CF578DA114E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35EFE768-5A4E-1C4C-AFA6-D6717F06C93B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505A576D-4EC5-224B-828A-1F310438B256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19CF880-E2EC-BD47-9B62-CED35F48D488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CF305664-C2A0-554A-A4F5-8631B5D40B6F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979A72C1-29F8-AE47-B282-E88C4673E563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1F596BAB-C024-2641-8D71-289687C75B0F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7F05343E-A380-C64D-BD7F-D90A4445C567}"/>
              </a:ext>
            </a:extLst>
          </p:cNvPr>
          <p:cNvCxnSpPr>
            <a:cxnSpLocks noChangeAspect="1"/>
            <a:stCxn id="387" idx="6"/>
          </p:cNvCxnSpPr>
          <p:nvPr/>
        </p:nvCxnSpPr>
        <p:spPr>
          <a:xfrm>
            <a:off x="9350382" y="743585"/>
            <a:ext cx="258022" cy="4684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F93EF35-D098-CC40-8F75-2C2A39C7CEF1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8A823AFA-BF90-634A-9C47-C6EBAF0C0597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TextBox 409">
            <a:extLst>
              <a:ext uri="{FF2B5EF4-FFF2-40B4-BE49-F238E27FC236}">
                <a16:creationId xmlns:a16="http://schemas.microsoft.com/office/drawing/2014/main" id="{C6DF42CC-FE07-D142-A53E-D0122A12BD53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515D6C4D-5F08-454D-98BD-1F0A65EE50BF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Oval 411">
            <a:extLst>
              <a:ext uri="{FF2B5EF4-FFF2-40B4-BE49-F238E27FC236}">
                <a16:creationId xmlns:a16="http://schemas.microsoft.com/office/drawing/2014/main" id="{C469C41C-303F-6546-94D0-25CD8130A64E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F803CFF1-EF4D-8041-8369-7361430689D4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F33FE699-F923-4A47-BE66-B27E5D0AF8EE}"/>
              </a:ext>
            </a:extLst>
          </p:cNvPr>
          <p:cNvCxnSpPr>
            <a:cxnSpLocks noChangeAspect="1"/>
            <a:endCxn id="364" idx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C896AD1A-5643-D243-9A34-945D6AA1E98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3E5A22C-93A8-E847-94CC-848B2D8E45B0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ACA2E737-9F4D-2247-93EE-C643618001F0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3559529"/>
            <a:ext cx="276697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CE8B9FCC-9517-1941-A250-313CE2933362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0" cy="336963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730198F5-D850-FD43-A10C-57FA1FFF58E5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9992741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A2933059-BEC5-DF41-A6E8-BD7672095602}"/>
              </a:ext>
            </a:extLst>
          </p:cNvPr>
          <p:cNvCxnSpPr>
            <a:cxnSpLocks noChangeAspect="1"/>
          </p:cNvCxnSpPr>
          <p:nvPr/>
        </p:nvCxnSpPr>
        <p:spPr>
          <a:xfrm>
            <a:off x="10199327" y="186717"/>
            <a:ext cx="0" cy="7225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8E6ADD9D-A68C-F643-8CE5-07E728392CE2}"/>
              </a:ext>
            </a:extLst>
          </p:cNvPr>
          <p:cNvCxnSpPr>
            <a:cxnSpLocks noChangeAspect="1"/>
            <a:stCxn id="364" idx="2"/>
          </p:cNvCxnSpPr>
          <p:nvPr/>
        </p:nvCxnSpPr>
        <p:spPr>
          <a:xfrm>
            <a:off x="9932247" y="922534"/>
            <a:ext cx="267080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045835B3-78DC-8947-8CA3-06D18EA1256B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829FCCA-5AB0-A84D-93C1-61A900515EB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4FF36149-E8DA-BE42-B8F5-6BE09D7C022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8576FFF-A38F-114A-AF66-85B0AE1E359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F6270B51-FA74-614F-BDBA-58A18D8DF0D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2536B10D-DF66-5E4A-97F7-D2639858638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64" name="Terminator 363">
              <a:extLst>
                <a:ext uri="{FF2B5EF4-FFF2-40B4-BE49-F238E27FC236}">
                  <a16:creationId xmlns:a16="http://schemas.microsoft.com/office/drawing/2014/main" id="{EDFFFBCE-1414-9748-B34C-F3F2F641D736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B303312D-9D19-5442-A973-07F7FD7F58C6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4913887B-774B-7B4C-9482-24BAEE0A3CC9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23F355F5-B95E-6D48-AA66-CEBE806D471B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3682572"/>
            <a:ext cx="0" cy="1006060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D082F689-5471-754C-BEC6-1EB7C064BFB8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00617FE5-03E4-AF49-ACEB-16751191E11D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F767C045-35C1-AC41-A4F0-1136811286A2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4D7BEAAC-E3CF-7646-B42C-84AE96E3BE18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068A8B10-F5FD-2447-AB19-EBECF475AD5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AEE3F5A4-1365-DF47-AE5D-1AFD44531DBB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4224B02A-91C6-DD43-BE78-FF82DF045C9D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6562A99C-D3B6-D145-9CEB-EF68BD1F32AA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76E7ECFA-91A3-A548-85EC-65C181E2ADAC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68ED9E1C-D259-9047-9BCE-289A2E2A3117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53A22C2D-8C55-F446-AE6E-B39E45948D51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83AADFA7-600E-BA41-A030-3748DE5FD0AC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4CCCD465-A396-B44F-AA4B-76FFB73C903B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EF0A5FF-0BEF-6743-82E8-450914B2F97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487AD2C9-BBA1-4C45-A8B8-42A99C4D6BF8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5C969A-4831-6E44-886D-DC45A6CF78A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72D5CD-F8F1-5D4C-B709-27B13CEA6E89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072E0C6-CEB3-5D48-952F-1E5D9E7C6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D6AFDCFD-1C13-AE4D-8908-48C31D71C5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A03378C-9C11-4C45-92D4-8E2F93AE2AA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929BD477-2739-3D47-B3FC-7CE2669D727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11D1849-3BC8-C940-AAA0-BB0AAD276B0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CACCD38D-18DD-6041-A31A-3BCBFDFA7072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78F9F131-A26D-724E-8F39-93558153F43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BBFD0F97-CF4F-5441-B883-FF8FAD9AF065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0" name="Oval 229">
            <a:extLst>
              <a:ext uri="{FF2B5EF4-FFF2-40B4-BE49-F238E27FC236}">
                <a16:creationId xmlns:a16="http://schemas.microsoft.com/office/drawing/2014/main" id="{66F58FFA-790C-5841-A55A-1892166AC690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8FF6E60A-3A40-4144-A250-E61529853C0D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AB5E142-C255-A048-91AC-66B92F464F9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C07266A0-8472-C144-8B24-38D4CA973959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B42B184B-3A6C-C941-87C3-47108897DC6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FDDC661-850C-A545-A99F-6F4F0AFAB297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B3A2D39-062C-354F-9179-88D69C2745C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65F79CD-1B8A-AD45-AEFB-04F625FE46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A2B7920C-CB30-404D-9CF6-D076A99FB3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888C9343-61E0-8241-99BF-CEB715E8D2B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C9622EA-031B-FB44-AFA8-D3C6CAF30EF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1" name="Terminator 280">
              <a:extLst>
                <a:ext uri="{FF2B5EF4-FFF2-40B4-BE49-F238E27FC236}">
                  <a16:creationId xmlns:a16="http://schemas.microsoft.com/office/drawing/2014/main" id="{78164BFF-5B3A-C848-9B38-EAC3CABD8048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7B3FD88-7662-1D43-829E-4217A95142F9}"/>
              </a:ext>
            </a:extLst>
          </p:cNvPr>
          <p:cNvCxnSpPr>
            <a:cxnSpLocks/>
          </p:cNvCxnSpPr>
          <p:nvPr/>
        </p:nvCxnSpPr>
        <p:spPr>
          <a:xfrm>
            <a:off x="7483333" y="2526967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A1D945E7-B4CD-D04E-83B7-106F94B72550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75561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0EBA99BE-41F2-8F4E-8A2A-EFCB91373206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3E4B5A8-CC21-474D-A812-4E79FA2D0BC1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FDCC1B7-659D-AD47-B5F9-028342FC53AE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D23DE27-992F-774E-ACE2-D489B34D04A2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0" name="Rounded Rectangle 289">
              <a:extLst>
                <a:ext uri="{FF2B5EF4-FFF2-40B4-BE49-F238E27FC236}">
                  <a16:creationId xmlns:a16="http://schemas.microsoft.com/office/drawing/2014/main" id="{F437AF04-DBBE-D147-9D00-1F092DC13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FFE76A88-FB7A-2B4F-A72F-7E081B27734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DC7C49E-E0E6-3B4F-B019-59DD07BA06E3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E158717-2015-2841-BE1E-AEFEA5B347A7}"/>
              </a:ext>
            </a:extLst>
          </p:cNvPr>
          <p:cNvCxnSpPr>
            <a:cxnSpLocks noChangeAspect="1"/>
            <a:endCxn id="349" idx="0"/>
          </p:cNvCxnSpPr>
          <p:nvPr/>
        </p:nvCxnSpPr>
        <p:spPr>
          <a:xfrm>
            <a:off x="6788509" y="1377949"/>
            <a:ext cx="0" cy="2664000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B564BA2D-0A66-E945-98B8-536D5977F629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66AE459-3BCA-DF48-939F-35BFC34B5779}"/>
              </a:ext>
            </a:extLst>
          </p:cNvPr>
          <p:cNvCxnSpPr>
            <a:cxnSpLocks noChangeAspect="1"/>
            <a:endCxn id="295" idx="0"/>
          </p:cNvCxnSpPr>
          <p:nvPr/>
        </p:nvCxnSpPr>
        <p:spPr>
          <a:xfrm>
            <a:off x="7045418" y="1678043"/>
            <a:ext cx="0" cy="1584000"/>
          </a:xfrm>
          <a:prstGeom prst="line">
            <a:avLst/>
          </a:prstGeom>
          <a:ln w="25400" cap="sq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2469FFC-632C-C24F-8F1F-4D60A7D47230}"/>
              </a:ext>
            </a:extLst>
          </p:cNvPr>
          <p:cNvCxnSpPr>
            <a:cxnSpLocks/>
          </p:cNvCxnSpPr>
          <p:nvPr/>
        </p:nvCxnSpPr>
        <p:spPr>
          <a:xfrm flipV="1">
            <a:off x="8241979" y="1950807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D5E1A468-888E-7F4D-8D90-8135C978B211}"/>
              </a:ext>
            </a:extLst>
          </p:cNvPr>
          <p:cNvSpPr txBox="1">
            <a:spLocks noChangeAspect="1"/>
          </p:cNvSpPr>
          <p:nvPr/>
        </p:nvSpPr>
        <p:spPr>
          <a:xfrm>
            <a:off x="7861862" y="2229968"/>
            <a:ext cx="761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FF35A11-102B-C640-844A-5B8829ED3281}"/>
              </a:ext>
            </a:extLst>
          </p:cNvPr>
          <p:cNvSpPr txBox="1">
            <a:spLocks noChangeAspect="1"/>
          </p:cNvSpPr>
          <p:nvPr/>
        </p:nvSpPr>
        <p:spPr>
          <a:xfrm>
            <a:off x="10319458" y="31510"/>
            <a:ext cx="1872542" cy="119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Procesador</a:t>
            </a:r>
            <a:endParaRPr lang="en-US" sz="2800" dirty="0"/>
          </a:p>
          <a:p>
            <a:r>
              <a:rPr lang="en-US" sz="2800" dirty="0"/>
              <a:t>RISC-V</a:t>
            </a:r>
          </a:p>
          <a:p>
            <a:r>
              <a:rPr lang="en-US" sz="2800" dirty="0" err="1"/>
              <a:t>Monociclo</a:t>
            </a:r>
            <a:endParaRPr lang="en-US" sz="28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3CC3A3C-6A94-BA4A-B2BE-8EE829B0909D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E5065630-165C-2F40-B787-57C0A40A10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21A8164E-EE96-A147-AE1F-58B89BB3DB60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19AD5F2-8568-9F47-AF83-29AFF29CA5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75573989-3097-F14B-A5B4-0A3F1565B238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5C85F05C-BAF8-834F-B346-8A1E1880C09E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EABCC86C-FE0E-6848-8321-352CB17A85FD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F6F6B13-61CA-5048-B608-D2A83872B3B4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C2DB04F6-16AE-9E45-83FE-D5BD5007042C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385" name="Terminator 384">
            <a:extLst>
              <a:ext uri="{FF2B5EF4-FFF2-40B4-BE49-F238E27FC236}">
                <a16:creationId xmlns:a16="http://schemas.microsoft.com/office/drawing/2014/main" id="{885A1DB9-59E5-9A46-935B-A60651D8FFCF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E27C6BF0-4D3C-3742-87DA-1ABA23E6A61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727823D6-8454-254B-BBE7-088DA89F1223}"/>
              </a:ext>
            </a:extLst>
          </p:cNvPr>
          <p:cNvSpPr>
            <a:spLocks noChangeAspect="1"/>
          </p:cNvSpPr>
          <p:nvPr/>
        </p:nvSpPr>
        <p:spPr>
          <a:xfrm>
            <a:off x="9258942" y="697865"/>
            <a:ext cx="91440" cy="91440"/>
          </a:xfrm>
          <a:prstGeom prst="ellipse">
            <a:avLst/>
          </a:prstGeom>
          <a:solidFill>
            <a:srgbClr val="0432FF">
              <a:alpha val="20000"/>
            </a:srgbClr>
          </a:solidFill>
          <a:ln>
            <a:solidFill>
              <a:srgbClr val="0432FF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F283E8BE-C123-EB42-B1D8-CA13EEE33ED8}"/>
              </a:ext>
            </a:extLst>
          </p:cNvPr>
          <p:cNvCxnSpPr>
            <a:cxnSpLocks noChangeAspect="1"/>
          </p:cNvCxnSpPr>
          <p:nvPr/>
        </p:nvCxnSpPr>
        <p:spPr>
          <a:xfrm>
            <a:off x="9304662" y="743048"/>
            <a:ext cx="0" cy="122400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2B2D6E80-6229-254F-8385-BF50AEB8DBC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8023627-D9AB-034A-A27C-5408678BE201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D3C6FC53-E698-6047-B200-0C182D6C98FE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6" name="Picture 525">
            <a:extLst>
              <a:ext uri="{FF2B5EF4-FFF2-40B4-BE49-F238E27FC236}">
                <a16:creationId xmlns:a16="http://schemas.microsoft.com/office/drawing/2014/main" id="{56F2CFEB-C638-B74F-B5C2-9D326219C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692" y="5921623"/>
            <a:ext cx="4117893" cy="972777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2DD8DD32-37A2-5445-932B-08110B245FB1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4FC0EF2-C4C1-9C41-A990-16904D309766}"/>
              </a:ext>
            </a:extLst>
          </p:cNvPr>
          <p:cNvSpPr txBox="1">
            <a:spLocks noChangeAspect="1"/>
          </p:cNvSpPr>
          <p:nvPr/>
        </p:nvSpPr>
        <p:spPr>
          <a:xfrm>
            <a:off x="8238693" y="1996064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2B5DD264-D0BA-F948-AA31-9A06086B4E0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202807" y="213899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04997CE6-6DCD-7846-9442-E8EDC7B7C0CA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325C4EB2-41D4-1344-A141-9EFD5B166B70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297298A3-37A1-F54F-94E9-ACB051B516E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BE4B507-32DF-1A4B-87FB-090D0490859B}"/>
              </a:ext>
            </a:extLst>
          </p:cNvPr>
          <p:cNvCxnSpPr>
            <a:cxnSpLocks/>
          </p:cNvCxnSpPr>
          <p:nvPr/>
        </p:nvCxnSpPr>
        <p:spPr>
          <a:xfrm flipV="1">
            <a:off x="7323287" y="4214006"/>
            <a:ext cx="320610" cy="167359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3C3FA9BD-ED05-6E46-8971-3DE084E5C2D2}"/>
              </a:ext>
            </a:extLst>
          </p:cNvPr>
          <p:cNvCxnSpPr>
            <a:cxnSpLocks/>
          </p:cNvCxnSpPr>
          <p:nvPr/>
        </p:nvCxnSpPr>
        <p:spPr>
          <a:xfrm>
            <a:off x="7337590" y="2938881"/>
            <a:ext cx="318089" cy="167855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C2A1DF-3C8D-534F-A044-7DB0D3326374}"/>
              </a:ext>
            </a:extLst>
          </p:cNvPr>
          <p:cNvSpPr txBox="1"/>
          <p:nvPr/>
        </p:nvSpPr>
        <p:spPr>
          <a:xfrm>
            <a:off x="2681626" y="1283777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1101111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1D6B46-1D28-5D47-820B-4F981777A33A}"/>
              </a:ext>
            </a:extLst>
          </p:cNvPr>
          <p:cNvSpPr txBox="1"/>
          <p:nvPr/>
        </p:nvSpPr>
        <p:spPr>
          <a:xfrm>
            <a:off x="2851491" y="4042738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00001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619FF7-44CE-B74E-B910-3A6B879EDB6C}"/>
              </a:ext>
            </a:extLst>
          </p:cNvPr>
          <p:cNvSpPr/>
          <p:nvPr/>
        </p:nvSpPr>
        <p:spPr>
          <a:xfrm>
            <a:off x="4394103" y="476260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09124A-81FD-454A-A3E8-960E42FCD74D}"/>
              </a:ext>
            </a:extLst>
          </p:cNvPr>
          <p:cNvSpPr/>
          <p:nvPr/>
        </p:nvSpPr>
        <p:spPr>
          <a:xfrm>
            <a:off x="7353405" y="491297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66C882-66D8-AD43-8D60-379FAAA03C54}"/>
              </a:ext>
            </a:extLst>
          </p:cNvPr>
          <p:cNvSpPr/>
          <p:nvPr/>
        </p:nvSpPr>
        <p:spPr>
          <a:xfrm>
            <a:off x="7339620" y="2096979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A41932A-C641-574F-9D29-81E8C7BADE7F}"/>
              </a:ext>
            </a:extLst>
          </p:cNvPr>
          <p:cNvSpPr txBox="1"/>
          <p:nvPr/>
        </p:nvSpPr>
        <p:spPr>
          <a:xfrm>
            <a:off x="7938442" y="2414060"/>
            <a:ext cx="647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1XXXX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97206D3-58A3-5C4F-BEB9-63DD5F125ADF}"/>
              </a:ext>
            </a:extLst>
          </p:cNvPr>
          <p:cNvSpPr txBox="1"/>
          <p:nvPr/>
        </p:nvSpPr>
        <p:spPr>
          <a:xfrm>
            <a:off x="8317076" y="4912340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0000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89E9FEA0-5DA1-EA44-969B-1908FD3FDBB3}"/>
              </a:ext>
            </a:extLst>
          </p:cNvPr>
          <p:cNvSpPr/>
          <p:nvPr/>
        </p:nvSpPr>
        <p:spPr>
          <a:xfrm>
            <a:off x="9823610" y="1991921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6432A647-7E6B-F341-9CF4-E6DE4147D35C}"/>
              </a:ext>
            </a:extLst>
          </p:cNvPr>
          <p:cNvSpPr/>
          <p:nvPr/>
        </p:nvSpPr>
        <p:spPr>
          <a:xfrm>
            <a:off x="10162691" y="1991921"/>
            <a:ext cx="463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XXX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7874EE35-FD2B-D44E-99A9-3848B60E9233}"/>
              </a:ext>
            </a:extLst>
          </p:cNvPr>
          <p:cNvSpPr/>
          <p:nvPr/>
        </p:nvSpPr>
        <p:spPr>
          <a:xfrm>
            <a:off x="11357506" y="4917058"/>
            <a:ext cx="3674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B65A2E76-ABFA-6440-B4A3-C5B3ABA0E869}"/>
              </a:ext>
            </a:extLst>
          </p:cNvPr>
          <p:cNvSpPr/>
          <p:nvPr/>
        </p:nvSpPr>
        <p:spPr>
          <a:xfrm>
            <a:off x="10048484" y="1483145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1</a:t>
            </a:r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5D18FE11-5D24-E44D-970C-9788CD2A76E4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1B10FAD9-B924-EA42-8845-4413F60DE658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5F870A5E-73A5-614D-B70A-7B03A4C729AF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26587697-A910-3D48-868B-12FFD52F4912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45FBB960-D031-2C42-9610-402D99DB56E6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3BABB582-FBBB-B148-8AE9-4B57D5B57DE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91B19383-8D04-0149-83EB-C1272132AF6D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Rectangle 449">
            <a:extLst>
              <a:ext uri="{FF2B5EF4-FFF2-40B4-BE49-F238E27FC236}">
                <a16:creationId xmlns:a16="http://schemas.microsoft.com/office/drawing/2014/main" id="{98C10471-BAFD-904D-BEEF-CB87EBF6FBFF}"/>
              </a:ext>
            </a:extLst>
          </p:cNvPr>
          <p:cNvSpPr/>
          <p:nvPr/>
        </p:nvSpPr>
        <p:spPr>
          <a:xfrm>
            <a:off x="4199210" y="6325638"/>
            <a:ext cx="4587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C6D4B2BB-FED3-2E4C-B5DF-D02245D0B47B}"/>
              </a:ext>
            </a:extLst>
          </p:cNvPr>
          <p:cNvSpPr txBox="1">
            <a:spLocks noChangeAspect="1"/>
          </p:cNvSpPr>
          <p:nvPr/>
        </p:nvSpPr>
        <p:spPr>
          <a:xfrm>
            <a:off x="2481268" y="282323"/>
            <a:ext cx="3058776" cy="41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lang="en-US" sz="4400">
                <a:solidFill>
                  <a:srgbClr val="242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Instrucciones</a:t>
            </a:r>
            <a:r>
              <a:rPr lang="en-US" sz="2800" dirty="0"/>
              <a:t> Tipo J</a:t>
            </a:r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8845A6CC-030E-1C49-83C0-C17E12EC5C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6AA13C96-89B0-EA46-B9D4-57E296A2D9D1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ACCC15D5-97DD-BE45-AF53-975991F527E2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2F022B2A-A6D4-5240-860B-C1F4DD7B39E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C4894C39-5E3A-D94E-98C5-C7A0FC2356F9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A5860F15-DDD0-B748-B7A6-DF99BA7A5285}"/>
              </a:ext>
            </a:extLst>
          </p:cNvPr>
          <p:cNvSpPr txBox="1">
            <a:spLocks noChangeAspect="1"/>
          </p:cNvSpPr>
          <p:nvPr/>
        </p:nvSpPr>
        <p:spPr>
          <a:xfrm>
            <a:off x="11638478" y="1086257"/>
            <a:ext cx="503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190ACEC-8377-3B4A-80B2-2FED5C78A184}"/>
                  </a:ext>
                </a:extLst>
              </p:cNvPr>
              <p:cNvSpPr txBox="1"/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8190ACEC-8377-3B4A-80B2-2FED5C78A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492551"/>
                <a:ext cx="125034" cy="153888"/>
              </a:xfrm>
              <a:prstGeom prst="rect">
                <a:avLst/>
              </a:prstGeom>
              <a:blipFill>
                <a:blip r:embed="rId6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6C8D650D-FA2E-944D-AC23-08D68D79E52B}"/>
                  </a:ext>
                </a:extLst>
              </p:cNvPr>
              <p:cNvSpPr txBox="1"/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6C8D650D-FA2E-944D-AC23-08D68D79E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646610"/>
                <a:ext cx="125034" cy="153888"/>
              </a:xfrm>
              <a:prstGeom prst="rect">
                <a:avLst/>
              </a:prstGeom>
              <a:blipFill>
                <a:blip r:embed="rId7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990A4E7-3CE2-D949-B1BC-4D9E1FFDBA6F}"/>
                  </a:ext>
                </a:extLst>
              </p:cNvPr>
              <p:cNvSpPr txBox="1"/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990A4E7-3CE2-D949-B1BC-4D9E1FFDB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800669"/>
                <a:ext cx="125034" cy="153888"/>
              </a:xfrm>
              <a:prstGeom prst="rect">
                <a:avLst/>
              </a:prstGeom>
              <a:blipFill>
                <a:blip r:embed="rId8"/>
                <a:stretch>
                  <a:fillRect l="-18182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6B6EE596-076F-3C48-97D2-EA86B3AD29F7}"/>
                  </a:ext>
                </a:extLst>
              </p:cNvPr>
              <p:cNvSpPr txBox="1"/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6B6EE596-076F-3C48-97D2-EA86B3AD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312" y="1954728"/>
                <a:ext cx="125034" cy="153888"/>
              </a:xfrm>
              <a:prstGeom prst="rect">
                <a:avLst/>
              </a:prstGeom>
              <a:blipFill>
                <a:blip r:embed="rId9"/>
                <a:stretch>
                  <a:fillRect l="-18182" r="-272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B8A5407-3391-4A4D-81BB-5C65072C6F90}"/>
                  </a:ext>
                </a:extLst>
              </p:cNvPr>
              <p:cNvSpPr txBox="1"/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2B8A5407-3391-4A4D-81BB-5C65072C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262846"/>
                <a:ext cx="357149" cy="153888"/>
              </a:xfrm>
              <a:prstGeom prst="rect">
                <a:avLst/>
              </a:prstGeom>
              <a:blipFill>
                <a:blip r:embed="rId10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2A1FFFDA-4878-4C42-967C-C6A154142CC5}"/>
                  </a:ext>
                </a:extLst>
              </p:cNvPr>
              <p:cNvSpPr txBox="1"/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2A1FFFDA-4878-4C42-967C-C6A15414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154" y="2108787"/>
                <a:ext cx="357149" cy="153888"/>
              </a:xfrm>
              <a:prstGeom prst="rect">
                <a:avLst/>
              </a:prstGeom>
              <a:blipFill>
                <a:blip r:embed="rId11"/>
                <a:stretch>
                  <a:fillRect l="-10714" t="-7692" r="-1428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TextBox 400">
            <a:extLst>
              <a:ext uri="{FF2B5EF4-FFF2-40B4-BE49-F238E27FC236}">
                <a16:creationId xmlns:a16="http://schemas.microsoft.com/office/drawing/2014/main" id="{EBC42C13-3B37-354A-8B3F-1E3568849040}"/>
              </a:ext>
            </a:extLst>
          </p:cNvPr>
          <p:cNvSpPr txBox="1">
            <a:spLocks noChangeAspect="1"/>
          </p:cNvSpPr>
          <p:nvPr/>
        </p:nvSpPr>
        <p:spPr>
          <a:xfrm>
            <a:off x="10903356" y="1089611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755FA4A6-17B5-A045-89CC-859BAB12A95C}"/>
              </a:ext>
            </a:extLst>
          </p:cNvPr>
          <p:cNvSpPr txBox="1"/>
          <p:nvPr/>
        </p:nvSpPr>
        <p:spPr>
          <a:xfrm>
            <a:off x="11231962" y="1297499"/>
            <a:ext cx="2503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B63693A9-B197-364B-B94D-7101D63813BE}"/>
              </a:ext>
            </a:extLst>
          </p:cNvPr>
          <p:cNvSpPr txBox="1"/>
          <p:nvPr/>
        </p:nvSpPr>
        <p:spPr>
          <a:xfrm>
            <a:off x="11231962" y="2364248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EEF5467E-1C00-B248-BE7C-7E65822C11B0}"/>
              </a:ext>
            </a:extLst>
          </p:cNvPr>
          <p:cNvSpPr txBox="1"/>
          <p:nvPr/>
        </p:nvSpPr>
        <p:spPr>
          <a:xfrm>
            <a:off x="7331141" y="5689551"/>
            <a:ext cx="2680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I</a:t>
            </a:r>
          </a:p>
          <a:p>
            <a:pPr algn="ctr"/>
            <a:r>
              <a:rPr lang="en-US" sz="1000" b="1" dirty="0"/>
              <a:t>S</a:t>
            </a:r>
          </a:p>
          <a:p>
            <a:pPr algn="ctr"/>
            <a:r>
              <a:rPr lang="en-US" sz="1000" b="1" dirty="0"/>
              <a:t>B</a:t>
            </a:r>
          </a:p>
          <a:p>
            <a:pPr algn="ctr"/>
            <a:r>
              <a:rPr lang="en-US" sz="1000" b="1" dirty="0"/>
              <a:t>U</a:t>
            </a:r>
          </a:p>
          <a:p>
            <a:pPr algn="ctr"/>
            <a:r>
              <a:rPr lang="en-US" sz="1000" b="1" dirty="0"/>
              <a:t>J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5828F82-F036-364B-8657-81EFAABF0F3E}"/>
              </a:ext>
            </a:extLst>
          </p:cNvPr>
          <p:cNvSpPr txBox="1"/>
          <p:nvPr/>
        </p:nvSpPr>
        <p:spPr>
          <a:xfrm>
            <a:off x="7517136" y="5689551"/>
            <a:ext cx="381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101</a:t>
            </a:r>
          </a:p>
          <a:p>
            <a:pPr algn="ctr"/>
            <a:r>
              <a:rPr lang="en-US" sz="1000" dirty="0"/>
              <a:t>010</a:t>
            </a:r>
          </a:p>
          <a:p>
            <a:pPr algn="ctr"/>
            <a:r>
              <a:rPr lang="en-US" sz="1000" dirty="0"/>
              <a:t>110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B5289380-FDB8-7048-A953-9E3707D75802}"/>
              </a:ext>
            </a:extLst>
          </p:cNvPr>
          <p:cNvSpPr/>
          <p:nvPr/>
        </p:nvSpPr>
        <p:spPr>
          <a:xfrm>
            <a:off x="7292263" y="5481968"/>
            <a:ext cx="6569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ImmSrc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437BA7C-9780-4649-A63D-D291AB514C69}"/>
                  </a:ext>
                </a:extLst>
              </p:cNvPr>
              <p:cNvSpPr txBox="1"/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8437BA7C-9780-4649-A63D-D291AB514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735304"/>
                <a:ext cx="353430" cy="153888"/>
              </a:xfrm>
              <a:prstGeom prst="rect">
                <a:avLst/>
              </a:prstGeom>
              <a:blipFill>
                <a:blip r:embed="rId12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AC310973-C68C-FF4C-8E2D-C6E49AA18E61}"/>
                  </a:ext>
                </a:extLst>
              </p:cNvPr>
              <p:cNvSpPr txBox="1"/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AC310973-C68C-FF4C-8E2D-C6E49AA18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70" y="5888982"/>
                <a:ext cx="353430" cy="153888"/>
              </a:xfrm>
              <a:prstGeom prst="rect">
                <a:avLst/>
              </a:prstGeom>
              <a:blipFill>
                <a:blip r:embed="rId13"/>
                <a:stretch>
                  <a:fillRect l="-6897" r="-103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3B263F5-3B24-FC4D-8481-7429355CE014}"/>
                  </a:ext>
                </a:extLst>
              </p:cNvPr>
              <p:cNvSpPr txBox="1"/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3B263F5-3B24-FC4D-8481-7429355C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349505"/>
                <a:ext cx="332591" cy="153888"/>
              </a:xfrm>
              <a:prstGeom prst="rect">
                <a:avLst/>
              </a:prstGeom>
              <a:blipFill>
                <a:blip r:embed="rId14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2B51607B-46AE-4848-9DE4-CD4D7BB6CB38}"/>
                  </a:ext>
                </a:extLst>
              </p:cNvPr>
              <p:cNvSpPr txBox="1"/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2B51607B-46AE-4848-9DE4-CD4D7BB6C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60" y="6196137"/>
                <a:ext cx="332591" cy="153888"/>
              </a:xfrm>
              <a:prstGeom prst="rect">
                <a:avLst/>
              </a:prstGeom>
              <a:blipFill>
                <a:blip r:embed="rId15"/>
                <a:stretch>
                  <a:fillRect l="-11111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9" name="TextBox 458">
            <a:extLst>
              <a:ext uri="{FF2B5EF4-FFF2-40B4-BE49-F238E27FC236}">
                <a16:creationId xmlns:a16="http://schemas.microsoft.com/office/drawing/2014/main" id="{97A8C3B4-5153-504F-A535-B5583D263936}"/>
              </a:ext>
            </a:extLst>
          </p:cNvPr>
          <p:cNvSpPr txBox="1"/>
          <p:nvPr/>
        </p:nvSpPr>
        <p:spPr>
          <a:xfrm>
            <a:off x="8677274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0000</a:t>
            </a:r>
          </a:p>
          <a:p>
            <a:pPr algn="ctr"/>
            <a:r>
              <a:rPr lang="en-US" sz="1000" dirty="0"/>
              <a:t>1000</a:t>
            </a:r>
          </a:p>
          <a:p>
            <a:pPr algn="ctr"/>
            <a:r>
              <a:rPr lang="en-US" sz="1000" dirty="0"/>
              <a:t>0001</a:t>
            </a:r>
          </a:p>
          <a:p>
            <a:pPr algn="ctr"/>
            <a:r>
              <a:rPr lang="en-US" sz="1000" dirty="0"/>
              <a:t>0010</a:t>
            </a:r>
          </a:p>
          <a:p>
            <a:pPr algn="ctr"/>
            <a:r>
              <a:rPr lang="en-US" sz="1000" dirty="0"/>
              <a:t>0011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F8D4F3C1-E552-4E4E-B725-17C315175B92}"/>
                  </a:ext>
                </a:extLst>
              </p:cNvPr>
              <p:cNvSpPr txBox="1"/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F8D4F3C1-E552-4E4E-B725-17C315175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10" y="5736033"/>
                <a:ext cx="385490" cy="153888"/>
              </a:xfrm>
              <a:prstGeom prst="rect">
                <a:avLst/>
              </a:prstGeom>
              <a:blipFill>
                <a:blip r:embed="rId16"/>
                <a:stretch>
                  <a:fillRect l="-9677" r="-6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Rectangle 460">
            <a:extLst>
              <a:ext uri="{FF2B5EF4-FFF2-40B4-BE49-F238E27FC236}">
                <a16:creationId xmlns:a16="http://schemas.microsoft.com/office/drawing/2014/main" id="{27871DD3-844C-5045-9170-7B63DA40D04B}"/>
              </a:ext>
            </a:extLst>
          </p:cNvPr>
          <p:cNvSpPr/>
          <p:nvPr/>
        </p:nvSpPr>
        <p:spPr>
          <a:xfrm>
            <a:off x="8791010" y="5481968"/>
            <a:ext cx="61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431CE237-B306-2240-BE8C-9B9D5E8AEC88}"/>
              </a:ext>
            </a:extLst>
          </p:cNvPr>
          <p:cNvSpPr txBox="1"/>
          <p:nvPr/>
        </p:nvSpPr>
        <p:spPr>
          <a:xfrm>
            <a:off x="9583493" y="5689551"/>
            <a:ext cx="4475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0100</a:t>
            </a:r>
          </a:p>
          <a:p>
            <a:pPr algn="ctr"/>
            <a:r>
              <a:rPr lang="en-US" sz="1000" dirty="0"/>
              <a:t>0101</a:t>
            </a:r>
          </a:p>
          <a:p>
            <a:pPr algn="ctr"/>
            <a:r>
              <a:rPr lang="en-US" sz="1000" dirty="0"/>
              <a:t>1101</a:t>
            </a:r>
          </a:p>
          <a:p>
            <a:pPr algn="ctr"/>
            <a:r>
              <a:rPr lang="en-US" sz="1000" dirty="0"/>
              <a:t>0110</a:t>
            </a:r>
          </a:p>
          <a:p>
            <a:pPr algn="ctr"/>
            <a:r>
              <a:rPr lang="en-US" sz="1000" dirty="0"/>
              <a:t>0111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9B217F4-26C8-E44F-BC0F-A421EAAF3B51}"/>
                  </a:ext>
                </a:extLst>
              </p:cNvPr>
              <p:cNvSpPr txBox="1"/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9B217F4-26C8-E44F-BC0F-A421EAAF3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442" y="5889401"/>
                <a:ext cx="385427" cy="153888"/>
              </a:xfrm>
              <a:prstGeom prst="rect">
                <a:avLst/>
              </a:prstGeom>
              <a:blipFill>
                <a:blip r:embed="rId17"/>
                <a:stretch>
                  <a:fillRect l="-9677" r="-645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CC2563E9-A3CB-C041-A6FF-DB211506A00E}"/>
                  </a:ext>
                </a:extLst>
              </p:cNvPr>
              <p:cNvSpPr txBox="1"/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CC2563E9-A3CB-C041-A6FF-DB211506A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272" y="6042660"/>
                <a:ext cx="385427" cy="153888"/>
              </a:xfrm>
              <a:prstGeom prst="rect">
                <a:avLst/>
              </a:prstGeom>
              <a:blipFill>
                <a:blip r:embed="rId18"/>
                <a:stretch>
                  <a:fillRect l="-6250" r="-625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2296219-A9CF-634A-96B6-B6C1FCE541B7}"/>
                  </a:ext>
                </a:extLst>
              </p:cNvPr>
              <p:cNvSpPr txBox="1"/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2296219-A9CF-634A-96B6-B6C1FCE54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00" y="6042769"/>
                <a:ext cx="430311" cy="153888"/>
              </a:xfrm>
              <a:prstGeom prst="rect">
                <a:avLst/>
              </a:prstGeom>
              <a:blipFill>
                <a:blip r:embed="rId19"/>
                <a:stretch>
                  <a:fillRect l="-8571" r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6488FCE4-6D46-B741-B6F2-9F41E5168A1D}"/>
                  </a:ext>
                </a:extLst>
              </p:cNvPr>
              <p:cNvSpPr txBox="1"/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6488FCE4-6D46-B741-B6F2-9F41E5168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089" y="6196338"/>
                <a:ext cx="367793" cy="153888"/>
              </a:xfrm>
              <a:prstGeom prst="rect">
                <a:avLst/>
              </a:prstGeom>
              <a:blipFill>
                <a:blip r:embed="rId20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8C62DC62-7FA2-1D4F-B165-1918B89918EB}"/>
                  </a:ext>
                </a:extLst>
              </p:cNvPr>
              <p:cNvSpPr txBox="1"/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8C62DC62-7FA2-1D4F-B165-1918B8991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30" y="6350015"/>
                <a:ext cx="593111" cy="153888"/>
              </a:xfrm>
              <a:prstGeom prst="rect">
                <a:avLst/>
              </a:prstGeom>
              <a:blipFill>
                <a:blip r:embed="rId21"/>
                <a:stretch>
                  <a:fillRect l="-4167" t="-15385" r="-625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TextBox 470">
            <a:extLst>
              <a:ext uri="{FF2B5EF4-FFF2-40B4-BE49-F238E27FC236}">
                <a16:creationId xmlns:a16="http://schemas.microsoft.com/office/drawing/2014/main" id="{C637F2F1-7424-D34A-9F48-3DED78C6D0DD}"/>
              </a:ext>
            </a:extLst>
          </p:cNvPr>
          <p:cNvSpPr txBox="1">
            <a:spLocks noChangeAspect="1"/>
          </p:cNvSpPr>
          <p:nvPr/>
        </p:nvSpPr>
        <p:spPr>
          <a:xfrm>
            <a:off x="11232949" y="2595646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66011722-F921-624F-AAC5-6C00DCB31F9D}"/>
              </a:ext>
            </a:extLst>
          </p:cNvPr>
          <p:cNvSpPr txBox="1"/>
          <p:nvPr/>
        </p:nvSpPr>
        <p:spPr>
          <a:xfrm>
            <a:off x="11233425" y="2774620"/>
            <a:ext cx="3818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000</a:t>
            </a:r>
          </a:p>
          <a:p>
            <a:pPr algn="ctr"/>
            <a:r>
              <a:rPr lang="en-US" sz="1000" dirty="0"/>
              <a:t>001</a:t>
            </a:r>
          </a:p>
          <a:p>
            <a:pPr algn="ctr"/>
            <a:r>
              <a:rPr lang="en-US" sz="1000" dirty="0"/>
              <a:t>010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7B53C005-1F7C-DF40-9E3A-41634E6BB8D8}"/>
              </a:ext>
            </a:extLst>
          </p:cNvPr>
          <p:cNvSpPr txBox="1"/>
          <p:nvPr/>
        </p:nvSpPr>
        <p:spPr>
          <a:xfrm>
            <a:off x="11079714" y="277462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</a:t>
            </a:r>
          </a:p>
          <a:p>
            <a:pPr algn="ctr"/>
            <a:r>
              <a:rPr lang="en-US" sz="1000" dirty="0"/>
              <a:t>H</a:t>
            </a:r>
          </a:p>
          <a:p>
            <a:pPr algn="ctr"/>
            <a:r>
              <a:rPr lang="en-US" sz="1000" dirty="0"/>
              <a:t>W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620CBDAF-C9AF-874E-A081-AA8D03A53195}"/>
              </a:ext>
            </a:extLst>
          </p:cNvPr>
          <p:cNvSpPr txBox="1"/>
          <p:nvPr/>
        </p:nvSpPr>
        <p:spPr>
          <a:xfrm>
            <a:off x="11811316" y="2775172"/>
            <a:ext cx="381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100</a:t>
            </a:r>
          </a:p>
          <a:p>
            <a:pPr algn="ctr"/>
            <a:r>
              <a:rPr lang="en-US" sz="1000" dirty="0"/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F049604-78D9-4541-AE96-BAB11F50E5DE}"/>
                  </a:ext>
                </a:extLst>
              </p:cNvPr>
              <p:cNvSpPr txBox="1"/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/>
                  <a:t>B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  <a:p>
                <a:pPr algn="ctr"/>
                <a:r>
                  <a:rPr lang="en-US" sz="1000" dirty="0"/>
                  <a:t>H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F049604-78D9-4541-AE96-BAB11F50E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22" y="2775172"/>
                <a:ext cx="461280" cy="400110"/>
              </a:xfrm>
              <a:prstGeom prst="rect">
                <a:avLst/>
              </a:prstGeom>
              <a:blipFill>
                <a:blip r:embed="rId2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1" name="TextBox 300">
            <a:extLst>
              <a:ext uri="{FF2B5EF4-FFF2-40B4-BE49-F238E27FC236}">
                <a16:creationId xmlns:a16="http://schemas.microsoft.com/office/drawing/2014/main" id="{F72EEAE8-1F5B-1E4A-BE09-265321F82955}"/>
              </a:ext>
            </a:extLst>
          </p:cNvPr>
          <p:cNvSpPr txBox="1"/>
          <p:nvPr/>
        </p:nvSpPr>
        <p:spPr>
          <a:xfrm>
            <a:off x="5619682" y="233772"/>
            <a:ext cx="2581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urier" pitchFamily="2" charset="0"/>
              </a:rPr>
              <a:t>jal</a:t>
            </a:r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0432FF"/>
                </a:solidFill>
                <a:latin typeface="Courier" pitchFamily="2" charset="0"/>
              </a:rPr>
              <a:t>x1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Courier" pitchFamily="2" charset="0"/>
              </a:rPr>
              <a:t>label</a:t>
            </a:r>
            <a:endParaRPr lang="en-US" sz="2400" dirty="0"/>
          </a:p>
        </p:txBody>
      </p: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0FFB6748-F25F-694B-8269-6D0E577E6C06}"/>
              </a:ext>
            </a:extLst>
          </p:cNvPr>
          <p:cNvCxnSpPr>
            <a:cxnSpLocks/>
            <a:endCxn id="295" idx="2"/>
          </p:cNvCxnSpPr>
          <p:nvPr/>
        </p:nvCxnSpPr>
        <p:spPr>
          <a:xfrm>
            <a:off x="6284570" y="3257928"/>
            <a:ext cx="756000" cy="0"/>
          </a:xfrm>
          <a:prstGeom prst="line">
            <a:avLst/>
          </a:prstGeom>
          <a:ln w="25400">
            <a:solidFill>
              <a:srgbClr val="0432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43C8BAD3-5E2C-7A48-B6B4-D8C31BC3FD2E}"/>
              </a:ext>
            </a:extLst>
          </p:cNvPr>
          <p:cNvCxnSpPr>
            <a:cxnSpLocks noChangeAspect="1"/>
          </p:cNvCxnSpPr>
          <p:nvPr/>
        </p:nvCxnSpPr>
        <p:spPr>
          <a:xfrm>
            <a:off x="2198189" y="743585"/>
            <a:ext cx="7110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32044094-1DEE-C342-8698-23291383B3A3}"/>
              </a:ext>
            </a:extLst>
          </p:cNvPr>
          <p:cNvCxnSpPr>
            <a:cxnSpLocks/>
          </p:cNvCxnSpPr>
          <p:nvPr/>
        </p:nvCxnSpPr>
        <p:spPr>
          <a:xfrm flipV="1">
            <a:off x="9611637" y="918035"/>
            <a:ext cx="320610" cy="167359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F42E72DD-2DC5-2D42-9CF3-C6BA974E0BA6}"/>
              </a:ext>
            </a:extLst>
          </p:cNvPr>
          <p:cNvCxnSpPr>
            <a:cxnSpLocks/>
          </p:cNvCxnSpPr>
          <p:nvPr/>
        </p:nvCxnSpPr>
        <p:spPr>
          <a:xfrm>
            <a:off x="11347457" y="3595758"/>
            <a:ext cx="379954" cy="340657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89321581-CD33-CC4E-A8B6-FB5E744C4450}"/>
              </a:ext>
            </a:extLst>
          </p:cNvPr>
          <p:cNvSpPr txBox="1"/>
          <p:nvPr/>
        </p:nvSpPr>
        <p:spPr>
          <a:xfrm>
            <a:off x="11626280" y="1297499"/>
            <a:ext cx="5196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00XXX</a:t>
            </a:r>
          </a:p>
          <a:p>
            <a:pPr algn="ctr"/>
            <a:r>
              <a:rPr lang="en-US" sz="1000" dirty="0"/>
              <a:t>01000</a:t>
            </a:r>
          </a:p>
          <a:p>
            <a:pPr algn="ctr"/>
            <a:r>
              <a:rPr lang="en-US" sz="1000" dirty="0"/>
              <a:t>01001</a:t>
            </a:r>
          </a:p>
          <a:p>
            <a:pPr algn="ctr"/>
            <a:r>
              <a:rPr lang="en-US" sz="1000" dirty="0"/>
              <a:t>01100</a:t>
            </a:r>
          </a:p>
          <a:p>
            <a:pPr algn="ctr"/>
            <a:r>
              <a:rPr lang="en-US" sz="1000" dirty="0"/>
              <a:t>01101</a:t>
            </a:r>
          </a:p>
          <a:p>
            <a:pPr algn="ctr"/>
            <a:r>
              <a:rPr lang="en-US" sz="1000" dirty="0"/>
              <a:t>01110</a:t>
            </a:r>
          </a:p>
          <a:p>
            <a:pPr algn="ctr"/>
            <a:r>
              <a:rPr lang="en-US" sz="1000" dirty="0"/>
              <a:t>01111</a:t>
            </a:r>
          </a:p>
          <a:p>
            <a:pPr algn="ctr"/>
            <a:r>
              <a:rPr lang="en-US" sz="1000" dirty="0"/>
              <a:t>1XXXX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651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9" grpId="0"/>
      <p:bldP spid="22" grpId="0"/>
      <p:bldP spid="23" grpId="0"/>
      <p:bldP spid="24" grpId="0"/>
      <p:bldP spid="370" grpId="0"/>
      <p:bldP spid="371" grpId="0"/>
      <p:bldP spid="380" grpId="0"/>
      <p:bldP spid="396" grpId="0"/>
      <p:bldP spid="397" grpId="0"/>
      <p:bldP spid="413" grpId="0"/>
      <p:bldP spid="45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FC0958F0-CFA6-0341-95EF-DA852140D107}"/>
              </a:ext>
            </a:extLst>
          </p:cNvPr>
          <p:cNvCxnSpPr>
            <a:cxnSpLocks/>
          </p:cNvCxnSpPr>
          <p:nvPr/>
        </p:nvCxnSpPr>
        <p:spPr>
          <a:xfrm>
            <a:off x="6271333" y="4049609"/>
            <a:ext cx="522000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0370557-265B-DB43-8390-6FEDAF1CFD37}"/>
              </a:ext>
            </a:extLst>
          </p:cNvPr>
          <p:cNvCxnSpPr>
            <a:cxnSpLocks/>
            <a:stCxn id="291" idx="3"/>
          </p:cNvCxnSpPr>
          <p:nvPr/>
        </p:nvCxnSpPr>
        <p:spPr>
          <a:xfrm>
            <a:off x="8747449" y="1529538"/>
            <a:ext cx="1029942" cy="2627"/>
          </a:xfrm>
          <a:prstGeom prst="line">
            <a:avLst/>
          </a:prstGeom>
          <a:ln w="25400" cap="sq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3C83B6F-FAC2-E647-A4E6-181032BDB595}"/>
              </a:ext>
            </a:extLst>
          </p:cNvPr>
          <p:cNvCxnSpPr>
            <a:cxnSpLocks noChangeAspect="1"/>
          </p:cNvCxnSpPr>
          <p:nvPr/>
        </p:nvCxnSpPr>
        <p:spPr>
          <a:xfrm>
            <a:off x="6268158" y="3263419"/>
            <a:ext cx="105512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riangle 187">
            <a:extLst>
              <a:ext uri="{FF2B5EF4-FFF2-40B4-BE49-F238E27FC236}">
                <a16:creationId xmlns:a16="http://schemas.microsoft.com/office/drawing/2014/main" id="{DDB66D22-BB6B-704F-B97E-57DC5F366FE4}"/>
              </a:ext>
            </a:extLst>
          </p:cNvPr>
          <p:cNvSpPr>
            <a:spLocks noChangeAspect="1"/>
          </p:cNvSpPr>
          <p:nvPr/>
        </p:nvSpPr>
        <p:spPr>
          <a:xfrm>
            <a:off x="606188" y="3841001"/>
            <a:ext cx="178419" cy="14784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B1D64F-605D-724B-996D-5E49238537A0}"/>
              </a:ext>
            </a:extLst>
          </p:cNvPr>
          <p:cNvSpPr txBox="1">
            <a:spLocks noChangeAspect="1"/>
          </p:cNvSpPr>
          <p:nvPr/>
        </p:nvSpPr>
        <p:spPr>
          <a:xfrm>
            <a:off x="486458" y="3220896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BA0CED-EDD3-2F4A-993C-F00FEC094290}"/>
              </a:ext>
            </a:extLst>
          </p:cNvPr>
          <p:cNvSpPr txBox="1">
            <a:spLocks noChangeAspect="1"/>
          </p:cNvSpPr>
          <p:nvPr/>
        </p:nvSpPr>
        <p:spPr>
          <a:xfrm>
            <a:off x="965995" y="33286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D619449-FF60-A54B-99ED-4C8299447EE0}"/>
              </a:ext>
            </a:extLst>
          </p:cNvPr>
          <p:cNvSpPr>
            <a:spLocks noChangeAspect="1"/>
          </p:cNvSpPr>
          <p:nvPr/>
        </p:nvSpPr>
        <p:spPr>
          <a:xfrm>
            <a:off x="1212853" y="3514190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AEA0D43-1540-7A4E-82DD-D1BAFE68C154}"/>
              </a:ext>
            </a:extLst>
          </p:cNvPr>
          <p:cNvCxnSpPr>
            <a:cxnSpLocks noChangeAspect="1"/>
          </p:cNvCxnSpPr>
          <p:nvPr/>
        </p:nvCxnSpPr>
        <p:spPr>
          <a:xfrm>
            <a:off x="909116" y="3559529"/>
            <a:ext cx="58038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369D527-C26B-7144-B8D5-5EE278E7968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69683" y="351047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87ADB5B-A230-FD4E-A526-BDF0DB0F7F69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09310"/>
            <a:ext cx="0" cy="140186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569550-7AAA-3A41-8AE1-241ADB6602F3}"/>
              </a:ext>
            </a:extLst>
          </p:cNvPr>
          <p:cNvGrpSpPr/>
          <p:nvPr/>
        </p:nvGrpSpPr>
        <p:grpSpPr>
          <a:xfrm>
            <a:off x="1793987" y="334810"/>
            <a:ext cx="405618" cy="826918"/>
            <a:chOff x="1793987" y="334810"/>
            <a:chExt cx="405618" cy="826918"/>
          </a:xfrm>
        </p:grpSpPr>
        <p:sp>
          <p:nvSpPr>
            <p:cNvPr id="211" name="Trapezoid 210">
              <a:extLst>
                <a:ext uri="{FF2B5EF4-FFF2-40B4-BE49-F238E27FC236}">
                  <a16:creationId xmlns:a16="http://schemas.microsoft.com/office/drawing/2014/main" id="{F4FB696F-F5DE-2742-A38D-28D25E2272F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1583337" y="545460"/>
              <a:ext cx="826918" cy="405618"/>
            </a:xfrm>
            <a:prstGeom prst="trapezoid">
              <a:avLst>
                <a:gd name="adj" fmla="val 39832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/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CE38414-20F6-1D49-AE07-197ACDA72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764" y="579136"/>
                  <a:ext cx="2164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8889" r="-3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E5605F9-5A3B-6746-AEA5-9179B79D3F4C}"/>
              </a:ext>
            </a:extLst>
          </p:cNvPr>
          <p:cNvCxnSpPr>
            <a:cxnSpLocks noChangeAspect="1"/>
          </p:cNvCxnSpPr>
          <p:nvPr/>
        </p:nvCxnSpPr>
        <p:spPr>
          <a:xfrm>
            <a:off x="2555182" y="3833831"/>
            <a:ext cx="961415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8EF50-B6FD-2B43-8FC2-5B9074FE16BF}"/>
              </a:ext>
            </a:extLst>
          </p:cNvPr>
          <p:cNvGrpSpPr/>
          <p:nvPr/>
        </p:nvGrpSpPr>
        <p:grpSpPr>
          <a:xfrm>
            <a:off x="1370235" y="2620107"/>
            <a:ext cx="1421101" cy="1551809"/>
            <a:chOff x="1370235" y="2620107"/>
            <a:chExt cx="1421101" cy="1551809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EF92D3-302F-3742-A971-355E8391898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70235" y="3403310"/>
              <a:ext cx="8456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795C117-4590-7047-AFD0-20ED846D4D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45607" y="3689801"/>
              <a:ext cx="124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Instruction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549DD88-6727-404C-8240-1284DD7585B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48848" y="2789251"/>
              <a:ext cx="1135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Instruction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4C4B45B-5EBD-404A-9976-0DEB3C397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506" y="2620107"/>
              <a:ext cx="1065676" cy="155180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2D40470F-AC93-FC48-8856-965ED9B1700E}"/>
              </a:ext>
            </a:extLst>
          </p:cNvPr>
          <p:cNvSpPr txBox="1">
            <a:spLocks noChangeAspect="1"/>
          </p:cNvSpPr>
          <p:nvPr/>
        </p:nvSpPr>
        <p:spPr>
          <a:xfrm>
            <a:off x="2549434" y="359575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0DEE96B3-7640-554F-9D08-CAF5F7F046E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612502" y="378948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C3CCFAB-4ED0-0A4D-AB0E-32854EBB3A3E}"/>
              </a:ext>
            </a:extLst>
          </p:cNvPr>
          <p:cNvSpPr txBox="1">
            <a:spLocks noChangeAspect="1"/>
          </p:cNvSpPr>
          <p:nvPr/>
        </p:nvSpPr>
        <p:spPr>
          <a:xfrm>
            <a:off x="2723832" y="357501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432FF"/>
                </a:solidFill>
              </a:rPr>
              <a:t>Inst[31:0]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82EA4537-336D-7340-92AC-A4A8C7484B11}"/>
              </a:ext>
            </a:extLst>
          </p:cNvPr>
          <p:cNvSpPr>
            <a:spLocks noChangeAspect="1"/>
          </p:cNvSpPr>
          <p:nvPr/>
        </p:nvSpPr>
        <p:spPr>
          <a:xfrm>
            <a:off x="3491514" y="37841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96888BE-1032-9A42-851D-4585451E5EE3}"/>
              </a:ext>
            </a:extLst>
          </p:cNvPr>
          <p:cNvSpPr txBox="1">
            <a:spLocks noChangeAspect="1"/>
          </p:cNvSpPr>
          <p:nvPr/>
        </p:nvSpPr>
        <p:spPr>
          <a:xfrm>
            <a:off x="3526274" y="2537082"/>
            <a:ext cx="1171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Inst[19:15] rs1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61DD7E4-6406-294D-90EC-6C558AE700B0}"/>
              </a:ext>
            </a:extLst>
          </p:cNvPr>
          <p:cNvCxnSpPr>
            <a:cxnSpLocks noChangeAspect="1"/>
            <a:stCxn id="264" idx="6"/>
          </p:cNvCxnSpPr>
          <p:nvPr/>
        </p:nvCxnSpPr>
        <p:spPr>
          <a:xfrm>
            <a:off x="3582499" y="2792067"/>
            <a:ext cx="1378649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63">
            <a:extLst>
              <a:ext uri="{FF2B5EF4-FFF2-40B4-BE49-F238E27FC236}">
                <a16:creationId xmlns:a16="http://schemas.microsoft.com/office/drawing/2014/main" id="{BE04594D-CABD-9642-B0CD-51011B6AD774}"/>
              </a:ext>
            </a:extLst>
          </p:cNvPr>
          <p:cNvSpPr>
            <a:spLocks noChangeAspect="1"/>
          </p:cNvSpPr>
          <p:nvPr/>
        </p:nvSpPr>
        <p:spPr>
          <a:xfrm>
            <a:off x="3491059" y="274634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56BD93E-A543-884E-A890-290165442C9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2883982"/>
            <a:ext cx="11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Inst[24:20] rs2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F2E217D-4144-BC41-889E-AB79103826D5}"/>
              </a:ext>
            </a:extLst>
          </p:cNvPr>
          <p:cNvCxnSpPr>
            <a:cxnSpLocks noChangeAspect="1"/>
            <a:stCxn id="267" idx="6"/>
          </p:cNvCxnSpPr>
          <p:nvPr/>
        </p:nvCxnSpPr>
        <p:spPr>
          <a:xfrm>
            <a:off x="3579324" y="3134372"/>
            <a:ext cx="1381824" cy="121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8B8F77AB-3743-B745-9A63-2A3FBDE17B9E}"/>
              </a:ext>
            </a:extLst>
          </p:cNvPr>
          <p:cNvSpPr>
            <a:spLocks noChangeAspect="1"/>
          </p:cNvSpPr>
          <p:nvPr/>
        </p:nvSpPr>
        <p:spPr>
          <a:xfrm>
            <a:off x="3487884" y="308865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6791B19-2938-D64F-85DC-34EDC4E7D06E}"/>
              </a:ext>
            </a:extLst>
          </p:cNvPr>
          <p:cNvSpPr txBox="1">
            <a:spLocks noChangeAspect="1"/>
          </p:cNvSpPr>
          <p:nvPr/>
        </p:nvSpPr>
        <p:spPr>
          <a:xfrm>
            <a:off x="3551841" y="3946264"/>
            <a:ext cx="962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Inst[11:7] </a:t>
            </a:r>
            <a:r>
              <a:rPr lang="en-US" sz="1200" dirty="0" err="1">
                <a:solidFill>
                  <a:srgbClr val="0432FF"/>
                </a:solidFill>
              </a:rPr>
              <a:t>rd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D7DE54D-BA85-B745-91D4-70A2D6592813}"/>
              </a:ext>
            </a:extLst>
          </p:cNvPr>
          <p:cNvCxnSpPr>
            <a:cxnSpLocks noChangeAspect="1"/>
            <a:stCxn id="230" idx="6"/>
          </p:cNvCxnSpPr>
          <p:nvPr/>
        </p:nvCxnSpPr>
        <p:spPr>
          <a:xfrm>
            <a:off x="3584947" y="4197603"/>
            <a:ext cx="1370295" cy="6129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0EED4AD-BC25-1D46-B25F-1935C58F5FE2}"/>
              </a:ext>
            </a:extLst>
          </p:cNvPr>
          <p:cNvCxnSpPr>
            <a:cxnSpLocks noChangeAspect="1"/>
          </p:cNvCxnSpPr>
          <p:nvPr/>
        </p:nvCxnSpPr>
        <p:spPr>
          <a:xfrm>
            <a:off x="4156824" y="4524074"/>
            <a:ext cx="79841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58DE656D-9BB2-5B41-AD37-4B9927B11735}"/>
              </a:ext>
            </a:extLst>
          </p:cNvPr>
          <p:cNvSpPr txBox="1">
            <a:spLocks noChangeAspect="1"/>
          </p:cNvSpPr>
          <p:nvPr/>
        </p:nvSpPr>
        <p:spPr>
          <a:xfrm>
            <a:off x="4107007" y="4628089"/>
            <a:ext cx="814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D3B5495-4088-8641-9F36-80405E286175}"/>
              </a:ext>
            </a:extLst>
          </p:cNvPr>
          <p:cNvCxnSpPr>
            <a:cxnSpLocks noChangeAspect="1"/>
          </p:cNvCxnSpPr>
          <p:nvPr/>
        </p:nvCxnSpPr>
        <p:spPr>
          <a:xfrm rot="5400000" flipV="1">
            <a:off x="4845417" y="4662539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22D48C3D-96C9-3C48-B6B5-53E834D79540}"/>
              </a:ext>
            </a:extLst>
          </p:cNvPr>
          <p:cNvSpPr txBox="1">
            <a:spLocks noChangeAspect="1"/>
          </p:cNvSpPr>
          <p:nvPr/>
        </p:nvSpPr>
        <p:spPr>
          <a:xfrm>
            <a:off x="3511598" y="5627565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Inst[31:7]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1D6C7BA3-4BEE-5F4C-9CBD-B58B0152ED81}"/>
              </a:ext>
            </a:extLst>
          </p:cNvPr>
          <p:cNvCxnSpPr>
            <a:cxnSpLocks noChangeAspect="1"/>
          </p:cNvCxnSpPr>
          <p:nvPr/>
        </p:nvCxnSpPr>
        <p:spPr>
          <a:xfrm>
            <a:off x="3527746" y="5889821"/>
            <a:ext cx="166318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A52DE18F-D4B3-7947-80BF-C8BEF819ABC5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200503"/>
            <a:ext cx="1259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Inst[6:0] </a:t>
            </a:r>
            <a:r>
              <a:rPr lang="en-US" sz="1200" dirty="0" err="1">
                <a:solidFill>
                  <a:srgbClr val="0432FF"/>
                </a:solidFill>
              </a:rPr>
              <a:t>OpCode</a:t>
            </a:r>
            <a:endParaRPr lang="en-US" sz="1200" dirty="0">
              <a:solidFill>
                <a:srgbClr val="0432FF"/>
              </a:solidFill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B5BFF4D-F996-0243-BEFC-2D7F408C8E29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451326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514BFAB-F3F0-474C-B5C0-FCB8C733BC28}"/>
              </a:ext>
            </a:extLst>
          </p:cNvPr>
          <p:cNvGrpSpPr/>
          <p:nvPr/>
        </p:nvGrpSpPr>
        <p:grpSpPr>
          <a:xfrm>
            <a:off x="5221341" y="1281201"/>
            <a:ext cx="1007963" cy="830998"/>
            <a:chOff x="5221341" y="1281201"/>
            <a:chExt cx="1117300" cy="830998"/>
          </a:xfrm>
        </p:grpSpPr>
        <p:sp>
          <p:nvSpPr>
            <p:cNvPr id="318" name="Rounded Rectangle 317">
              <a:extLst>
                <a:ext uri="{FF2B5EF4-FFF2-40B4-BE49-F238E27FC236}">
                  <a16:creationId xmlns:a16="http://schemas.microsoft.com/office/drawing/2014/main" id="{99616581-DF3E-2747-B616-F4BCAD871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69CAFE3-82D8-A047-AFC3-BF89AF23EB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Control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4C4C07B8-57E5-2442-9BDE-D93E1DA0F1C5}"/>
              </a:ext>
            </a:extLst>
          </p:cNvPr>
          <p:cNvGrpSpPr/>
          <p:nvPr/>
        </p:nvGrpSpPr>
        <p:grpSpPr>
          <a:xfrm>
            <a:off x="7336402" y="3858541"/>
            <a:ext cx="309712" cy="714090"/>
            <a:chOff x="4255328" y="3204692"/>
            <a:chExt cx="309712" cy="714090"/>
          </a:xfrm>
        </p:grpSpPr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16A0233-A2DC-3C4E-88C2-1E1D35531C3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6B1BE609-9343-3B40-B0A6-F58E02035BE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37C82594-AEA4-E641-A71E-835D4774C9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187B66B0-A910-3240-841C-5346793D4D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E01DAEE-3358-F94C-98CD-2F63FEE0DBE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28" name="Terminator 327">
              <a:extLst>
                <a:ext uri="{FF2B5EF4-FFF2-40B4-BE49-F238E27FC236}">
                  <a16:creationId xmlns:a16="http://schemas.microsoft.com/office/drawing/2014/main" id="{0F3A7273-0B1B-5A4C-B603-00DACF405280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52F74950-D40D-A840-8D00-E5E442D6C3AB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0" cy="1724797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25CC615-A6D7-2D46-8072-4E55FE0FE540}"/>
              </a:ext>
            </a:extLst>
          </p:cNvPr>
          <p:cNvCxnSpPr>
            <a:cxnSpLocks noChangeAspect="1"/>
          </p:cNvCxnSpPr>
          <p:nvPr/>
        </p:nvCxnSpPr>
        <p:spPr>
          <a:xfrm>
            <a:off x="6331840" y="6103778"/>
            <a:ext cx="731706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B08BF73-E06F-3C41-8948-730BAF1DA631}"/>
              </a:ext>
            </a:extLst>
          </p:cNvPr>
          <p:cNvCxnSpPr>
            <a:cxnSpLocks noChangeAspect="1"/>
          </p:cNvCxnSpPr>
          <p:nvPr/>
        </p:nvCxnSpPr>
        <p:spPr>
          <a:xfrm>
            <a:off x="7063546" y="4378981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6CFF3E8-B9D2-0446-8962-CF578DA114E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496635" y="4581118"/>
            <a:ext cx="0" cy="21965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35EFE768-5A4E-1C4C-AFA6-D6717F06C93B}"/>
              </a:ext>
            </a:extLst>
          </p:cNvPr>
          <p:cNvSpPr txBox="1">
            <a:spLocks noChangeAspect="1"/>
          </p:cNvSpPr>
          <p:nvPr/>
        </p:nvSpPr>
        <p:spPr>
          <a:xfrm>
            <a:off x="7119812" y="4763502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ALUBSrc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505A576D-4EC5-224B-828A-1F310438B256}"/>
              </a:ext>
            </a:extLst>
          </p:cNvPr>
          <p:cNvSpPr>
            <a:spLocks noChangeAspect="1"/>
          </p:cNvSpPr>
          <p:nvPr/>
        </p:nvSpPr>
        <p:spPr>
          <a:xfrm>
            <a:off x="6742789" y="399753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19CF880-E2EC-BD47-9B62-CED35F48D488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4040850"/>
            <a:ext cx="0" cy="123017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CF305664-C2A0-554A-A4F5-8631B5D40B6F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5271020"/>
            <a:ext cx="2540018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979A72C1-29F8-AE47-B282-E88C4673E563}"/>
              </a:ext>
            </a:extLst>
          </p:cNvPr>
          <p:cNvCxnSpPr>
            <a:cxnSpLocks noChangeAspect="1"/>
          </p:cNvCxnSpPr>
          <p:nvPr/>
        </p:nvCxnSpPr>
        <p:spPr>
          <a:xfrm>
            <a:off x="7649601" y="4213499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1F596BAB-C024-2641-8D71-289687C75B0F}"/>
              </a:ext>
            </a:extLst>
          </p:cNvPr>
          <p:cNvCxnSpPr>
            <a:cxnSpLocks noChangeAspect="1"/>
          </p:cNvCxnSpPr>
          <p:nvPr/>
        </p:nvCxnSpPr>
        <p:spPr>
          <a:xfrm>
            <a:off x="7037548" y="1678045"/>
            <a:ext cx="6858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ight Arrow 388">
            <a:extLst>
              <a:ext uri="{FF2B5EF4-FFF2-40B4-BE49-F238E27FC236}">
                <a16:creationId xmlns:a16="http://schemas.microsoft.com/office/drawing/2014/main" id="{0EAB6968-3402-0B44-8413-45DD523EF8FB}"/>
              </a:ext>
            </a:extLst>
          </p:cNvPr>
          <p:cNvSpPr/>
          <p:nvPr/>
        </p:nvSpPr>
        <p:spPr>
          <a:xfrm>
            <a:off x="6231071" y="1498262"/>
            <a:ext cx="284259" cy="393695"/>
          </a:xfrm>
          <a:prstGeom prst="rightArrow">
            <a:avLst>
              <a:gd name="adj1" fmla="val 50000"/>
              <a:gd name="adj2" fmla="val 48062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7F05343E-A380-C64D-BD7F-D90A4445C567}"/>
              </a:ext>
            </a:extLst>
          </p:cNvPr>
          <p:cNvCxnSpPr>
            <a:cxnSpLocks noChangeAspect="1"/>
          </p:cNvCxnSpPr>
          <p:nvPr/>
        </p:nvCxnSpPr>
        <p:spPr>
          <a:xfrm>
            <a:off x="2199605" y="748269"/>
            <a:ext cx="7408799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F93EF35-D098-CC40-8F75-2C2A39C7CEF1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911132"/>
            <a:ext cx="52907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8A823AFA-BF90-634A-9C47-C6EBAF0C0597}"/>
              </a:ext>
            </a:extLst>
          </p:cNvPr>
          <p:cNvCxnSpPr>
            <a:cxnSpLocks noChangeAspect="1"/>
          </p:cNvCxnSpPr>
          <p:nvPr/>
        </p:nvCxnSpPr>
        <p:spPr>
          <a:xfrm>
            <a:off x="1489501" y="578624"/>
            <a:ext cx="298148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TextBox 409">
            <a:extLst>
              <a:ext uri="{FF2B5EF4-FFF2-40B4-BE49-F238E27FC236}">
                <a16:creationId xmlns:a16="http://schemas.microsoft.com/office/drawing/2014/main" id="{C6DF42CC-FE07-D142-A53E-D0122A12BD53}"/>
              </a:ext>
            </a:extLst>
          </p:cNvPr>
          <p:cNvSpPr txBox="1"/>
          <p:nvPr/>
        </p:nvSpPr>
        <p:spPr>
          <a:xfrm>
            <a:off x="1234249" y="40297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515D6C4D-5F08-454D-98BD-1F0A65EE50BF}"/>
              </a:ext>
            </a:extLst>
          </p:cNvPr>
          <p:cNvCxnSpPr>
            <a:cxnSpLocks noChangeAspect="1"/>
          </p:cNvCxnSpPr>
          <p:nvPr/>
        </p:nvCxnSpPr>
        <p:spPr>
          <a:xfrm>
            <a:off x="1258573" y="2311126"/>
            <a:ext cx="5275567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Oval 411">
            <a:extLst>
              <a:ext uri="{FF2B5EF4-FFF2-40B4-BE49-F238E27FC236}">
                <a16:creationId xmlns:a16="http://schemas.microsoft.com/office/drawing/2014/main" id="{C469C41C-303F-6546-94D0-25CD8130A64E}"/>
              </a:ext>
            </a:extLst>
          </p:cNvPr>
          <p:cNvSpPr>
            <a:spLocks noChangeAspect="1"/>
          </p:cNvSpPr>
          <p:nvPr/>
        </p:nvSpPr>
        <p:spPr>
          <a:xfrm>
            <a:off x="1212853" y="2265406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F803CFF1-EF4D-8041-8369-7361430689D4}"/>
              </a:ext>
            </a:extLst>
          </p:cNvPr>
          <p:cNvCxnSpPr>
            <a:cxnSpLocks noChangeAspect="1"/>
          </p:cNvCxnSpPr>
          <p:nvPr/>
        </p:nvCxnSpPr>
        <p:spPr>
          <a:xfrm>
            <a:off x="9045957" y="1085394"/>
            <a:ext cx="56111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F33FE699-F923-4A47-BE66-B27E5D0AF8EE}"/>
              </a:ext>
            </a:extLst>
          </p:cNvPr>
          <p:cNvCxnSpPr>
            <a:cxnSpLocks noChangeAspect="1"/>
            <a:endCxn id="364" idx="1"/>
          </p:cNvCxnSpPr>
          <p:nvPr/>
        </p:nvCxnSpPr>
        <p:spPr>
          <a:xfrm flipV="1">
            <a:off x="9777391" y="1279579"/>
            <a:ext cx="0" cy="263471"/>
          </a:xfrm>
          <a:prstGeom prst="line">
            <a:avLst/>
          </a:prstGeom>
          <a:ln w="2540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ACA2E737-9F4D-2247-93EE-C643618001F0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3562704"/>
            <a:ext cx="276697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CE8B9FCC-9517-1941-A250-313CE2933362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0" cy="3372812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730198F5-D850-FD43-A10C-57FA1FFF58E5}"/>
              </a:ext>
            </a:extLst>
          </p:cNvPr>
          <p:cNvCxnSpPr>
            <a:cxnSpLocks noChangeAspect="1"/>
          </p:cNvCxnSpPr>
          <p:nvPr/>
        </p:nvCxnSpPr>
        <p:spPr>
          <a:xfrm>
            <a:off x="206586" y="186717"/>
            <a:ext cx="9992741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A2933059-BEC5-DF41-A6E8-BD7672095602}"/>
              </a:ext>
            </a:extLst>
          </p:cNvPr>
          <p:cNvCxnSpPr>
            <a:cxnSpLocks noChangeAspect="1"/>
          </p:cNvCxnSpPr>
          <p:nvPr/>
        </p:nvCxnSpPr>
        <p:spPr>
          <a:xfrm>
            <a:off x="10199327" y="186717"/>
            <a:ext cx="0" cy="7225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8E6ADD9D-A68C-F643-8CE5-07E728392CE2}"/>
              </a:ext>
            </a:extLst>
          </p:cNvPr>
          <p:cNvCxnSpPr>
            <a:cxnSpLocks noChangeAspect="1"/>
            <a:stCxn id="364" idx="2"/>
          </p:cNvCxnSpPr>
          <p:nvPr/>
        </p:nvCxnSpPr>
        <p:spPr>
          <a:xfrm>
            <a:off x="9932247" y="922534"/>
            <a:ext cx="267080" cy="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045835B3-78DC-8947-8CA3-06D18EA1256B}"/>
              </a:ext>
            </a:extLst>
          </p:cNvPr>
          <p:cNvGrpSpPr/>
          <p:nvPr/>
        </p:nvGrpSpPr>
        <p:grpSpPr>
          <a:xfrm>
            <a:off x="9622535" y="565489"/>
            <a:ext cx="309712" cy="714090"/>
            <a:chOff x="4255328" y="3204692"/>
            <a:chExt cx="309712" cy="714090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829FCCA-5AB0-A84D-93C1-61A900515EB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61474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4FF36149-E8DA-BE42-B8F5-6BE09D7C022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8442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8576FFF-A38F-114A-AF66-85B0AE1E359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F6270B51-FA74-614F-BDBA-58A18D8DF0D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2536B10D-DF66-5E4A-97F7-D2639858638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364" name="Terminator 363">
              <a:extLst>
                <a:ext uri="{FF2B5EF4-FFF2-40B4-BE49-F238E27FC236}">
                  <a16:creationId xmlns:a16="http://schemas.microsoft.com/office/drawing/2014/main" id="{EDFFFBCE-1414-9748-B34C-F3F2F641D736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B303312D-9D19-5442-A973-07F7FD7F58C6}"/>
              </a:ext>
            </a:extLst>
          </p:cNvPr>
          <p:cNvCxnSpPr>
            <a:cxnSpLocks noChangeAspect="1"/>
          </p:cNvCxnSpPr>
          <p:nvPr/>
        </p:nvCxnSpPr>
        <p:spPr>
          <a:xfrm>
            <a:off x="9041432" y="3680781"/>
            <a:ext cx="547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4913887B-774B-7B4C-9482-24BAEE0A3CC9}"/>
              </a:ext>
            </a:extLst>
          </p:cNvPr>
          <p:cNvSpPr>
            <a:spLocks noChangeAspect="1"/>
          </p:cNvSpPr>
          <p:nvPr/>
        </p:nvSpPr>
        <p:spPr>
          <a:xfrm>
            <a:off x="9002843" y="3635582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23F355F5-B95E-6D48-AA66-CEBE806D471B}"/>
              </a:ext>
            </a:extLst>
          </p:cNvPr>
          <p:cNvCxnSpPr>
            <a:cxnSpLocks noChangeAspect="1"/>
            <a:stCxn id="479" idx="4"/>
          </p:cNvCxnSpPr>
          <p:nvPr/>
        </p:nvCxnSpPr>
        <p:spPr>
          <a:xfrm>
            <a:off x="9048563" y="3727022"/>
            <a:ext cx="0" cy="960014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D082F689-5471-754C-BEC6-1EB7C064BFB8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2592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00617FE5-03E4-AF49-ACEB-16751191E11D}"/>
              </a:ext>
            </a:extLst>
          </p:cNvPr>
          <p:cNvCxnSpPr>
            <a:cxnSpLocks noChangeAspect="1"/>
          </p:cNvCxnSpPr>
          <p:nvPr/>
        </p:nvCxnSpPr>
        <p:spPr>
          <a:xfrm>
            <a:off x="9328527" y="4106244"/>
            <a:ext cx="0" cy="1164776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F767C045-35C1-AC41-A4F0-1136811286A2}"/>
              </a:ext>
            </a:extLst>
          </p:cNvPr>
          <p:cNvCxnSpPr>
            <a:cxnSpLocks noChangeAspect="1"/>
          </p:cNvCxnSpPr>
          <p:nvPr/>
        </p:nvCxnSpPr>
        <p:spPr>
          <a:xfrm>
            <a:off x="10756431" y="3932715"/>
            <a:ext cx="57353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4D7BEAAC-E3CF-7646-B42C-84AE96E3BE18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4688632"/>
            <a:ext cx="2002286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068A8B10-F5FD-2447-AB19-EBECF475AD5E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4093"/>
            <a:ext cx="0" cy="43453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AEE3F5A4-1365-DF47-AE5D-1AFD44531DBB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4253307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D829B-012D-9540-9DC0-ACA0546E87BD}"/>
              </a:ext>
            </a:extLst>
          </p:cNvPr>
          <p:cNvGrpSpPr/>
          <p:nvPr/>
        </p:nvGrpSpPr>
        <p:grpSpPr>
          <a:xfrm>
            <a:off x="5201921" y="5679134"/>
            <a:ext cx="1129920" cy="830998"/>
            <a:chOff x="5201921" y="5679134"/>
            <a:chExt cx="1129920" cy="830998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3357C9E6-F094-7D48-A542-C020D913A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4541" y="5679134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5120969-D60D-7D41-82F7-1F492A67FD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01921" y="5778791"/>
              <a:ext cx="111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Imm</a:t>
              </a:r>
              <a:endParaRPr lang="en-US" sz="1600" b="1" dirty="0"/>
            </a:p>
            <a:p>
              <a:pPr algn="ctr"/>
              <a:r>
                <a:rPr lang="en-US" sz="1600" b="1" dirty="0"/>
                <a:t>Gen</a:t>
              </a:r>
            </a:p>
          </p:txBody>
        </p:sp>
      </p:grp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4224B02A-91C6-DD43-BE78-FF82DF045C9D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5475784"/>
            <a:ext cx="7759027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6562A99C-D3B6-D145-9CEB-EF68BD1F32AA}"/>
              </a:ext>
            </a:extLst>
          </p:cNvPr>
          <p:cNvCxnSpPr>
            <a:cxnSpLocks noChangeAspect="1"/>
          </p:cNvCxnSpPr>
          <p:nvPr/>
        </p:nvCxnSpPr>
        <p:spPr>
          <a:xfrm>
            <a:off x="11735515" y="3946832"/>
            <a:ext cx="19163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76E7ECFA-91A3-A548-85EC-65C181E2ADAC}"/>
              </a:ext>
            </a:extLst>
          </p:cNvPr>
          <p:cNvCxnSpPr>
            <a:cxnSpLocks noChangeAspect="1"/>
          </p:cNvCxnSpPr>
          <p:nvPr/>
        </p:nvCxnSpPr>
        <p:spPr>
          <a:xfrm>
            <a:off x="11927149" y="3946264"/>
            <a:ext cx="0" cy="152952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68ED9E1C-D259-9047-9BCE-289A2E2A3117}"/>
              </a:ext>
            </a:extLst>
          </p:cNvPr>
          <p:cNvCxnSpPr>
            <a:cxnSpLocks noChangeAspect="1"/>
          </p:cNvCxnSpPr>
          <p:nvPr/>
        </p:nvCxnSpPr>
        <p:spPr>
          <a:xfrm>
            <a:off x="4168122" y="4524074"/>
            <a:ext cx="0" cy="95171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BD1B0443-D392-474F-AFD4-E9B10EFB746F}"/>
              </a:ext>
            </a:extLst>
          </p:cNvPr>
          <p:cNvSpPr txBox="1">
            <a:spLocks noChangeAspect="1"/>
          </p:cNvSpPr>
          <p:nvPr/>
        </p:nvSpPr>
        <p:spPr>
          <a:xfrm>
            <a:off x="6376084" y="586169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11FF5F4D-3665-3A4A-A653-64A16427BDC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439152" y="605542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6A58FA34-F8A6-BC4C-B1CA-735FD559F01A}"/>
              </a:ext>
            </a:extLst>
          </p:cNvPr>
          <p:cNvSpPr txBox="1">
            <a:spLocks noChangeAspect="1"/>
          </p:cNvSpPr>
          <p:nvPr/>
        </p:nvSpPr>
        <p:spPr>
          <a:xfrm>
            <a:off x="6309158" y="3807845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41E2F3-8F42-2C46-A78F-9C73D82A6F4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2226" y="40015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53A22C2D-8C55-F446-AE6E-B39E45948D51}"/>
              </a:ext>
            </a:extLst>
          </p:cNvPr>
          <p:cNvCxnSpPr>
            <a:cxnSpLocks noChangeAspect="1"/>
          </p:cNvCxnSpPr>
          <p:nvPr/>
        </p:nvCxnSpPr>
        <p:spPr>
          <a:xfrm>
            <a:off x="5638476" y="5007293"/>
            <a:ext cx="0" cy="231233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8CD14E2D-ADBA-B946-A416-1110DC6FD9BB}"/>
              </a:ext>
            </a:extLst>
          </p:cNvPr>
          <p:cNvCxnSpPr>
            <a:cxnSpLocks noChangeAspect="1"/>
          </p:cNvCxnSpPr>
          <p:nvPr/>
        </p:nvCxnSpPr>
        <p:spPr>
          <a:xfrm>
            <a:off x="699011" y="4004832"/>
            <a:ext cx="0" cy="1233694"/>
          </a:xfrm>
          <a:prstGeom prst="line">
            <a:avLst/>
          </a:prstGeom>
          <a:ln w="25400" cap="sq">
            <a:solidFill>
              <a:srgbClr val="00B050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TextBox 587">
            <a:extLst>
              <a:ext uri="{FF2B5EF4-FFF2-40B4-BE49-F238E27FC236}">
                <a16:creationId xmlns:a16="http://schemas.microsoft.com/office/drawing/2014/main" id="{490734AF-F82E-E24C-9F05-7F63EB799500}"/>
              </a:ext>
            </a:extLst>
          </p:cNvPr>
          <p:cNvSpPr txBox="1">
            <a:spLocks noChangeAspect="1"/>
          </p:cNvSpPr>
          <p:nvPr/>
        </p:nvSpPr>
        <p:spPr>
          <a:xfrm>
            <a:off x="10684" y="5082049"/>
            <a:ext cx="368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B050"/>
                </a:solidFill>
              </a:rPr>
              <a:t>clk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83AADFA7-600E-BA41-A030-3748DE5FD0AC}"/>
              </a:ext>
            </a:extLst>
          </p:cNvPr>
          <p:cNvSpPr>
            <a:spLocks noChangeAspect="1"/>
          </p:cNvSpPr>
          <p:nvPr/>
        </p:nvSpPr>
        <p:spPr>
          <a:xfrm>
            <a:off x="650289" y="5191947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9EBC45C-60E1-8943-829C-04BC9FE0FF30}"/>
              </a:ext>
            </a:extLst>
          </p:cNvPr>
          <p:cNvSpPr>
            <a:spLocks noChangeAspect="1"/>
          </p:cNvSpPr>
          <p:nvPr/>
        </p:nvSpPr>
        <p:spPr>
          <a:xfrm>
            <a:off x="491304" y="3130208"/>
            <a:ext cx="417812" cy="85864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46AB40-E13C-B14F-A81D-B81E587C829B}"/>
              </a:ext>
            </a:extLst>
          </p:cNvPr>
          <p:cNvGrpSpPr/>
          <p:nvPr/>
        </p:nvGrpSpPr>
        <p:grpSpPr>
          <a:xfrm>
            <a:off x="4932774" y="2536842"/>
            <a:ext cx="1513754" cy="2453832"/>
            <a:chOff x="5192967" y="2536842"/>
            <a:chExt cx="1513754" cy="2453832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50FEE7B-52B5-5440-8866-1B778785EF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616464"/>
              <a:ext cx="659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RUWr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899BE67-4CBA-6147-96DF-17581120423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60690" y="3386381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Registers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2634E5D4-54EC-4746-9E5C-C3485B250B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2654200"/>
              <a:ext cx="671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rs1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4B7140B-5978-E14A-9EFB-EE79AAD541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9995" y="3005935"/>
              <a:ext cx="671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rs2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635399F-1747-8645-8559-E4C2B3A1EF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053509"/>
              <a:ext cx="59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rd</a:t>
              </a:r>
              <a:endParaRPr lang="en-US" sz="1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74047-5047-564D-AF55-B8859BA72AB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92967" y="4372203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D39571E-6E2C-1A44-AAA9-1AE2DE41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53661" y="3119271"/>
              <a:ext cx="10530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RU[rs1]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3619ED-782B-8B4A-A3D8-B1873D759F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735011" y="3898390"/>
              <a:ext cx="9011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RU[rs2]</a:t>
              </a:r>
            </a:p>
          </p:txBody>
        </p:sp>
        <p:sp>
          <p:nvSpPr>
            <p:cNvPr id="577" name="Triangle 576">
              <a:extLst>
                <a:ext uri="{FF2B5EF4-FFF2-40B4-BE49-F238E27FC236}">
                  <a16:creationId xmlns:a16="http://schemas.microsoft.com/office/drawing/2014/main" id="{71EB2B08-D1A3-2944-9B4D-A371F3796D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2016" y="4841886"/>
              <a:ext cx="178419" cy="147849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ADAE0A-0380-1A43-BC35-CD3498C5E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9337" y="2536842"/>
              <a:ext cx="1303898" cy="24538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4CCCD465-A396-B44F-AA4B-76FFB73C903B}"/>
              </a:ext>
            </a:extLst>
          </p:cNvPr>
          <p:cNvSpPr txBox="1">
            <a:spLocks noChangeAspect="1"/>
          </p:cNvSpPr>
          <p:nvPr/>
        </p:nvSpPr>
        <p:spPr>
          <a:xfrm>
            <a:off x="9112263" y="3437536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EF0A5FF-0BEF-6743-82E8-450914B2F97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175331" y="3631266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487AD2C9-BBA1-4C45-A8B8-42A99C4D6BF8}"/>
              </a:ext>
            </a:extLst>
          </p:cNvPr>
          <p:cNvSpPr txBox="1">
            <a:spLocks noChangeAspect="1"/>
          </p:cNvSpPr>
          <p:nvPr/>
        </p:nvSpPr>
        <p:spPr>
          <a:xfrm>
            <a:off x="10825548" y="369019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45C969A-4831-6E44-886D-DC45A6CF78A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888616" y="388392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BC749C03-F562-2349-AD9D-96936DD17852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213848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E03A716-A5D0-014D-B733-C0DC87BE0AB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407578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E257ECB4-F62C-DB4F-863A-E20365441FBB}"/>
              </a:ext>
            </a:extLst>
          </p:cNvPr>
          <p:cNvSpPr txBox="1">
            <a:spLocks noChangeAspect="1"/>
          </p:cNvSpPr>
          <p:nvPr/>
        </p:nvSpPr>
        <p:spPr>
          <a:xfrm>
            <a:off x="4619130" y="255316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F60F606-1F9A-6C40-A282-91D224F78AD6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7694" y="274689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0CA8A6D-82D6-1641-AFFB-124C24A16544}"/>
              </a:ext>
            </a:extLst>
          </p:cNvPr>
          <p:cNvSpPr txBox="1">
            <a:spLocks noChangeAspect="1"/>
          </p:cNvSpPr>
          <p:nvPr/>
        </p:nvSpPr>
        <p:spPr>
          <a:xfrm>
            <a:off x="4498283" y="564878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25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3B994B-0F3E-3B40-B61F-8C452AC3DD2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561351" y="584251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5DC57F05-A44F-E04D-8978-404F61C45FEF}"/>
              </a:ext>
            </a:extLst>
          </p:cNvPr>
          <p:cNvSpPr txBox="1">
            <a:spLocks noChangeAspect="1"/>
          </p:cNvSpPr>
          <p:nvPr/>
        </p:nvSpPr>
        <p:spPr>
          <a:xfrm>
            <a:off x="262480" y="2497279"/>
            <a:ext cx="91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  <a:p>
            <a:pPr algn="ctr"/>
            <a:r>
              <a:rPr lang="en-US" sz="1600" b="1" dirty="0"/>
              <a:t>Counter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72D5CD-F8F1-5D4C-B709-27B13CEA6E89}"/>
              </a:ext>
            </a:extLst>
          </p:cNvPr>
          <p:cNvGrpSpPr/>
          <p:nvPr/>
        </p:nvGrpSpPr>
        <p:grpSpPr>
          <a:xfrm>
            <a:off x="9529310" y="2786936"/>
            <a:ext cx="1283166" cy="1721111"/>
            <a:chOff x="9529310" y="2786936"/>
            <a:chExt cx="1283166" cy="1721111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072E0C6-CEB3-5D48-952F-1E5D9E7C6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4373" y="2786936"/>
              <a:ext cx="1160209" cy="172111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D6AFDCFD-1C13-AE4D-8908-48C31D71C55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46772" y="2951273"/>
              <a:ext cx="12554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Data</a:t>
              </a:r>
            </a:p>
            <a:p>
              <a:pPr algn="ctr"/>
              <a:r>
                <a:rPr lang="en-US" sz="1600" b="1" dirty="0"/>
                <a:t>Memory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A03378C-9C11-4C45-92D4-8E2F93AE2AA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39644" y="3544202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Address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929BD477-2739-3D47-B3FC-7CE2669D727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529310" y="3967744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DataWr</a:t>
              </a:r>
              <a:endParaRPr lang="en-US" sz="1200" dirty="0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11D1849-3BC8-C940-AAA0-BB0AAD276B0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78041" y="3782181"/>
              <a:ext cx="734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DataRd</a:t>
              </a:r>
              <a:endParaRPr lang="en-US" sz="12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42F69-E080-524D-B7FB-09F46438FE1D}"/>
              </a:ext>
            </a:extLst>
          </p:cNvPr>
          <p:cNvGrpSpPr/>
          <p:nvPr/>
        </p:nvGrpSpPr>
        <p:grpSpPr>
          <a:xfrm>
            <a:off x="4107077" y="6023551"/>
            <a:ext cx="1081312" cy="381215"/>
            <a:chOff x="4107077" y="6023551"/>
            <a:chExt cx="1081312" cy="381215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2CFC5E5-A14A-6C49-8F96-A8D0E3C6515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4735352" y="6266267"/>
              <a:ext cx="453037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219C329A-0E31-6E44-8C96-4C04074891D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7077" y="6127767"/>
              <a:ext cx="6612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0000"/>
                  </a:solidFill>
                </a:rPr>
                <a:t>ImmSrc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AC3440-A114-9F40-8FE0-650FDAE0AE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16001" y="6023551"/>
              <a:ext cx="2502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330CB6C-EDA9-9944-A632-BB48858C6F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24565" y="6217281"/>
              <a:ext cx="88270" cy="8827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BBFD0F97-CF4F-5441-B883-FF8FAD9AF065}"/>
              </a:ext>
            </a:extLst>
          </p:cNvPr>
          <p:cNvCxnSpPr>
            <a:cxnSpLocks noChangeAspect="1"/>
          </p:cNvCxnSpPr>
          <p:nvPr/>
        </p:nvCxnSpPr>
        <p:spPr>
          <a:xfrm>
            <a:off x="689313" y="5239798"/>
            <a:ext cx="4949163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101A3FD-02CF-844E-A8F0-D8AD55177DBD}"/>
              </a:ext>
            </a:extLst>
          </p:cNvPr>
          <p:cNvGrpSpPr/>
          <p:nvPr/>
        </p:nvGrpSpPr>
        <p:grpSpPr>
          <a:xfrm>
            <a:off x="7869586" y="2644033"/>
            <a:ext cx="942386" cy="2047976"/>
            <a:chOff x="7869586" y="2644033"/>
            <a:chExt cx="942386" cy="2047976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6AE00E8-9203-3A40-8673-86D790EFB95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5081" y="3862322"/>
              <a:ext cx="561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ALU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1BBDB29-1BAD-1D42-9466-1D2296C30A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2955315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B1A3ED48-1290-3740-AC94-F087CCE1EB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869586" y="4094282"/>
              <a:ext cx="3602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0B37591E-FCE9-D44A-8D36-DB2EF98B1E0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341332" y="3227826"/>
              <a:ext cx="2047976" cy="880390"/>
            </a:xfrm>
            <a:prstGeom prst="trapezoid">
              <a:avLst>
                <a:gd name="adj" fmla="val 54196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CEF5DC-2EF2-D74C-AF41-5FF8B46C4F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56860" y="3554953"/>
              <a:ext cx="655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/>
                <a:t>ALURes</a:t>
              </a:r>
              <a:endParaRPr lang="en-US" sz="1200" dirty="0"/>
            </a:p>
          </p:txBody>
        </p:sp>
      </p:grpSp>
      <p:sp>
        <p:nvSpPr>
          <p:cNvPr id="230" name="Oval 229">
            <a:extLst>
              <a:ext uri="{FF2B5EF4-FFF2-40B4-BE49-F238E27FC236}">
                <a16:creationId xmlns:a16="http://schemas.microsoft.com/office/drawing/2014/main" id="{66F58FFA-790C-5841-A55A-1892166AC690}"/>
              </a:ext>
            </a:extLst>
          </p:cNvPr>
          <p:cNvSpPr>
            <a:spLocks noChangeAspect="1"/>
          </p:cNvSpPr>
          <p:nvPr/>
        </p:nvSpPr>
        <p:spPr>
          <a:xfrm>
            <a:off x="3493507" y="4151883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ACAC32D-1D8F-DB47-B2E7-FAC3D5E2AFB4}"/>
              </a:ext>
            </a:extLst>
          </p:cNvPr>
          <p:cNvSpPr txBox="1">
            <a:spLocks noChangeAspect="1"/>
          </p:cNvSpPr>
          <p:nvPr/>
        </p:nvSpPr>
        <p:spPr>
          <a:xfrm>
            <a:off x="3526275" y="1453974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Inst[14:12] Funct3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8B76184-9294-F548-A95D-E5E679D7A65C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704797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90739B3-EAF8-7344-8854-61C983BA588D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46731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C63A931-A54A-B947-9472-A578A3C8C2B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66104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289D94D0-CD0A-6A4B-A588-23CF0F4B0948}"/>
              </a:ext>
            </a:extLst>
          </p:cNvPr>
          <p:cNvSpPr>
            <a:spLocks noChangeAspect="1"/>
          </p:cNvSpPr>
          <p:nvPr/>
        </p:nvSpPr>
        <p:spPr>
          <a:xfrm>
            <a:off x="3487726" y="1658919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3BE2621-7A41-0842-B506-0B5EB36730F0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1956675"/>
            <a:ext cx="167804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53618734-86D0-5041-B296-9D1CFA77CB59}"/>
              </a:ext>
            </a:extLst>
          </p:cNvPr>
          <p:cNvSpPr txBox="1">
            <a:spLocks noChangeAspect="1"/>
          </p:cNvSpPr>
          <p:nvPr/>
        </p:nvSpPr>
        <p:spPr>
          <a:xfrm>
            <a:off x="4806208" y="1719197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281E324-BB2C-7C4A-9A71-60B8B4F9EB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869276" y="191292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05560C7C-801D-3A43-B865-D0338AC4DC0C}"/>
              </a:ext>
            </a:extLst>
          </p:cNvPr>
          <p:cNvSpPr>
            <a:spLocks noChangeAspect="1"/>
          </p:cNvSpPr>
          <p:nvPr/>
        </p:nvSpPr>
        <p:spPr>
          <a:xfrm>
            <a:off x="3487726" y="1910797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26BAD2-0F5A-4748-8ED3-3C8C892AA23E}"/>
              </a:ext>
            </a:extLst>
          </p:cNvPr>
          <p:cNvSpPr txBox="1">
            <a:spLocks noChangeAspect="1"/>
          </p:cNvSpPr>
          <p:nvPr/>
        </p:nvSpPr>
        <p:spPr>
          <a:xfrm>
            <a:off x="3527290" y="1722070"/>
            <a:ext cx="132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Inst[31:25] Funct7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D94E9D-8DA9-E44C-8643-9B7BDA72C25F}"/>
              </a:ext>
            </a:extLst>
          </p:cNvPr>
          <p:cNvSpPr txBox="1">
            <a:spLocks noChangeAspect="1"/>
          </p:cNvSpPr>
          <p:nvPr/>
        </p:nvSpPr>
        <p:spPr>
          <a:xfrm>
            <a:off x="4610099" y="289112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A551F53-DFC3-5045-ADEA-C779F7AE074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8663" y="308485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8FF6E60A-3A40-4144-A250-E61529853C0D}"/>
              </a:ext>
            </a:extLst>
          </p:cNvPr>
          <p:cNvSpPr txBox="1">
            <a:spLocks noChangeAspect="1"/>
          </p:cNvSpPr>
          <p:nvPr/>
        </p:nvSpPr>
        <p:spPr>
          <a:xfrm>
            <a:off x="4619911" y="3964645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AB5E142-C255-A048-91AC-66B92F464F9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28475" y="4158375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C07266A0-8472-C144-8B24-38D4CA973959}"/>
              </a:ext>
            </a:extLst>
          </p:cNvPr>
          <p:cNvSpPr txBox="1">
            <a:spLocks noChangeAspect="1"/>
          </p:cNvSpPr>
          <p:nvPr/>
        </p:nvSpPr>
        <p:spPr>
          <a:xfrm>
            <a:off x="4608037" y="4280237"/>
            <a:ext cx="3528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B42B184B-3A6C-C941-87C3-47108897DC6D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16601" y="447396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239AA5F-80A9-714F-802C-163CB5991094}"/>
              </a:ext>
            </a:extLst>
          </p:cNvPr>
          <p:cNvSpPr txBox="1">
            <a:spLocks noChangeAspect="1"/>
          </p:cNvSpPr>
          <p:nvPr/>
        </p:nvSpPr>
        <p:spPr>
          <a:xfrm>
            <a:off x="6446722" y="6080538"/>
            <a:ext cx="78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432FF"/>
                </a:solidFill>
              </a:rPr>
              <a:t>ImmExt</a:t>
            </a:r>
            <a:endParaRPr lang="en-US" sz="1200" dirty="0">
              <a:solidFill>
                <a:srgbClr val="0432FF"/>
              </a:solidFill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FDDC661-850C-A545-A99F-6F4F0AFAB297}"/>
              </a:ext>
            </a:extLst>
          </p:cNvPr>
          <p:cNvGrpSpPr/>
          <p:nvPr/>
        </p:nvGrpSpPr>
        <p:grpSpPr>
          <a:xfrm>
            <a:off x="7334185" y="2747770"/>
            <a:ext cx="309712" cy="714090"/>
            <a:chOff x="4255328" y="3204692"/>
            <a:chExt cx="309712" cy="714090"/>
          </a:xfrm>
        </p:grpSpPr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B3A2D39-062C-354F-9179-88D69C2745C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590461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65F79CD-1B8A-AD45-AEFB-04F625FE46D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55800" y="3255432"/>
              <a:ext cx="169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A2B7920C-CB30-404D-9CF6-D076A99FB3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258030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888C9343-61E0-8241-99BF-CEB715E8D2B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422994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C9622EA-031B-FB44-AFA8-D3C6CAF30EF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09572" y="3583533"/>
              <a:ext cx="117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X</a:t>
              </a:r>
            </a:p>
          </p:txBody>
        </p:sp>
        <p:sp>
          <p:nvSpPr>
            <p:cNvPr id="281" name="Terminator 280">
              <a:extLst>
                <a:ext uri="{FF2B5EF4-FFF2-40B4-BE49-F238E27FC236}">
                  <a16:creationId xmlns:a16="http://schemas.microsoft.com/office/drawing/2014/main" id="{78164BFF-5B3A-C848-9B38-EAC3CABD8048}"/>
                </a:ext>
              </a:extLst>
            </p:cNvPr>
            <p:cNvSpPr/>
            <p:nvPr/>
          </p:nvSpPr>
          <p:spPr>
            <a:xfrm rot="16200000">
              <a:off x="4053139" y="3406881"/>
              <a:ext cx="714090" cy="309712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7B3FD88-7662-1D43-829E-4217A95142F9}"/>
              </a:ext>
            </a:extLst>
          </p:cNvPr>
          <p:cNvCxnSpPr>
            <a:cxnSpLocks/>
          </p:cNvCxnSpPr>
          <p:nvPr/>
        </p:nvCxnSpPr>
        <p:spPr>
          <a:xfrm>
            <a:off x="7483333" y="2526967"/>
            <a:ext cx="0" cy="205236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A1D945E7-B4CD-D04E-83B7-106F94B72550}"/>
              </a:ext>
            </a:extLst>
          </p:cNvPr>
          <p:cNvSpPr txBox="1">
            <a:spLocks noChangeAspect="1"/>
          </p:cNvSpPr>
          <p:nvPr/>
        </p:nvSpPr>
        <p:spPr>
          <a:xfrm>
            <a:off x="7091540" y="2275561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ALUASrc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0EBA99BE-41F2-8F4E-8A2A-EFCB91373206}"/>
              </a:ext>
            </a:extLst>
          </p:cNvPr>
          <p:cNvCxnSpPr>
            <a:cxnSpLocks noChangeAspect="1"/>
          </p:cNvCxnSpPr>
          <p:nvPr/>
        </p:nvCxnSpPr>
        <p:spPr>
          <a:xfrm>
            <a:off x="7647384" y="3102728"/>
            <a:ext cx="265846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31D6F182-8EAB-1545-8489-E5508C1F2CAD}"/>
              </a:ext>
            </a:extLst>
          </p:cNvPr>
          <p:cNvSpPr txBox="1">
            <a:spLocks noChangeAspect="1"/>
          </p:cNvSpPr>
          <p:nvPr/>
        </p:nvSpPr>
        <p:spPr>
          <a:xfrm>
            <a:off x="6307918" y="3016749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D6C8D51-6054-CD46-BD0D-6A7C96642E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370986" y="3210479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3E4B5A8-CC21-474D-A812-4E79FA2D0BC1}"/>
              </a:ext>
            </a:extLst>
          </p:cNvPr>
          <p:cNvCxnSpPr>
            <a:cxnSpLocks noChangeAspect="1"/>
          </p:cNvCxnSpPr>
          <p:nvPr/>
        </p:nvCxnSpPr>
        <p:spPr>
          <a:xfrm>
            <a:off x="6534912" y="2311126"/>
            <a:ext cx="0" cy="632930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FDCC1B7-659D-AD47-B5F9-028342FC53AE}"/>
              </a:ext>
            </a:extLst>
          </p:cNvPr>
          <p:cNvCxnSpPr>
            <a:cxnSpLocks noChangeAspect="1"/>
          </p:cNvCxnSpPr>
          <p:nvPr/>
        </p:nvCxnSpPr>
        <p:spPr>
          <a:xfrm>
            <a:off x="6534140" y="2948940"/>
            <a:ext cx="785972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D23DE27-992F-774E-ACE2-D489B34D04A2}"/>
              </a:ext>
            </a:extLst>
          </p:cNvPr>
          <p:cNvGrpSpPr/>
          <p:nvPr/>
        </p:nvGrpSpPr>
        <p:grpSpPr>
          <a:xfrm>
            <a:off x="7739453" y="1109706"/>
            <a:ext cx="1007999" cy="830998"/>
            <a:chOff x="5221341" y="1281201"/>
            <a:chExt cx="1117300" cy="830998"/>
          </a:xfrm>
        </p:grpSpPr>
        <p:sp>
          <p:nvSpPr>
            <p:cNvPr id="290" name="Rounded Rectangle 289">
              <a:extLst>
                <a:ext uri="{FF2B5EF4-FFF2-40B4-BE49-F238E27FC236}">
                  <a16:creationId xmlns:a16="http://schemas.microsoft.com/office/drawing/2014/main" id="{F437AF04-DBBE-D147-9D00-1F092DC13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341" y="1281201"/>
              <a:ext cx="1117300" cy="830998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FFE76A88-FB7A-2B4F-A72F-7E081B27734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221341" y="1408645"/>
              <a:ext cx="1117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Branch</a:t>
              </a:r>
            </a:p>
            <a:p>
              <a:pPr algn="ctr"/>
              <a:r>
                <a:rPr lang="en-US" sz="1600" b="1" dirty="0"/>
                <a:t>Unit</a:t>
              </a:r>
            </a:p>
          </p:txBody>
        </p:sp>
      </p:grp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DC7C49E-E0E6-3B4F-B019-59DD07BA06E3}"/>
              </a:ext>
            </a:extLst>
          </p:cNvPr>
          <p:cNvCxnSpPr>
            <a:cxnSpLocks noChangeAspect="1"/>
          </p:cNvCxnSpPr>
          <p:nvPr/>
        </p:nvCxnSpPr>
        <p:spPr>
          <a:xfrm>
            <a:off x="6788509" y="1377727"/>
            <a:ext cx="934911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E158717-2015-2841-BE1E-AEFEA5B347A7}"/>
              </a:ext>
            </a:extLst>
          </p:cNvPr>
          <p:cNvCxnSpPr>
            <a:cxnSpLocks noChangeAspect="1"/>
            <a:endCxn id="349" idx="0"/>
          </p:cNvCxnSpPr>
          <p:nvPr/>
        </p:nvCxnSpPr>
        <p:spPr>
          <a:xfrm>
            <a:off x="6788509" y="1377950"/>
            <a:ext cx="0" cy="261958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B564BA2D-0A66-E945-98B8-536D5977F629}"/>
              </a:ext>
            </a:extLst>
          </p:cNvPr>
          <p:cNvSpPr>
            <a:spLocks noChangeAspect="1"/>
          </p:cNvSpPr>
          <p:nvPr/>
        </p:nvSpPr>
        <p:spPr>
          <a:xfrm>
            <a:off x="6999698" y="3212208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66AE459-3BCA-DF48-939F-35BFC34B5779}"/>
              </a:ext>
            </a:extLst>
          </p:cNvPr>
          <p:cNvCxnSpPr>
            <a:cxnSpLocks noChangeAspect="1"/>
            <a:endCxn id="295" idx="0"/>
          </p:cNvCxnSpPr>
          <p:nvPr/>
        </p:nvCxnSpPr>
        <p:spPr>
          <a:xfrm>
            <a:off x="7045418" y="1678045"/>
            <a:ext cx="0" cy="153416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2469FFC-632C-C24F-8F1F-4D60A7D47230}"/>
              </a:ext>
            </a:extLst>
          </p:cNvPr>
          <p:cNvCxnSpPr>
            <a:cxnSpLocks/>
          </p:cNvCxnSpPr>
          <p:nvPr/>
        </p:nvCxnSpPr>
        <p:spPr>
          <a:xfrm flipV="1">
            <a:off x="8241979" y="1950807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D5E1A468-888E-7F4D-8D90-8135C978B211}"/>
              </a:ext>
            </a:extLst>
          </p:cNvPr>
          <p:cNvSpPr txBox="1">
            <a:spLocks noChangeAspect="1"/>
          </p:cNvSpPr>
          <p:nvPr/>
        </p:nvSpPr>
        <p:spPr>
          <a:xfrm>
            <a:off x="7861862" y="2229968"/>
            <a:ext cx="761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BrOp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3CC3A3C-6A94-BA4A-B2BE-8EE829B0909D}"/>
              </a:ext>
            </a:extLst>
          </p:cNvPr>
          <p:cNvSpPr txBox="1">
            <a:spLocks noChangeAspect="1"/>
          </p:cNvSpPr>
          <p:nvPr/>
        </p:nvSpPr>
        <p:spPr>
          <a:xfrm>
            <a:off x="7248122" y="1130761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E5065630-165C-2F40-B787-57C0A40A108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311190" y="1324491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21A8164E-EE96-A147-AE1F-58B89BB3DB60}"/>
              </a:ext>
            </a:extLst>
          </p:cNvPr>
          <p:cNvSpPr txBox="1">
            <a:spLocks noChangeAspect="1"/>
          </p:cNvSpPr>
          <p:nvPr/>
        </p:nvSpPr>
        <p:spPr>
          <a:xfrm>
            <a:off x="7234456" y="1445134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19AD5F2-8568-9F47-AF83-29AFF29CA5C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297524" y="163886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75573989-3097-F14B-A5B4-0A3F1565B238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47001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5C85F05C-BAF8-834F-B346-8A1E1880C09E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3787103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01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EABCC86C-FE0E-6848-8321-352CB17A85FD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657394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F6F6B13-61CA-5048-B608-D2A83872B3B4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822358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C2DB04F6-16AE-9E45-83FE-D5BD5007042C}"/>
              </a:ext>
            </a:extLst>
          </p:cNvPr>
          <p:cNvSpPr txBox="1">
            <a:spLocks noChangeAspect="1"/>
          </p:cNvSpPr>
          <p:nvPr/>
        </p:nvSpPr>
        <p:spPr>
          <a:xfrm>
            <a:off x="11578684" y="3982897"/>
            <a:ext cx="117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X</a:t>
            </a:r>
          </a:p>
        </p:txBody>
      </p:sp>
      <p:sp>
        <p:nvSpPr>
          <p:cNvPr id="385" name="Terminator 384">
            <a:extLst>
              <a:ext uri="{FF2B5EF4-FFF2-40B4-BE49-F238E27FC236}">
                <a16:creationId xmlns:a16="http://schemas.microsoft.com/office/drawing/2014/main" id="{885A1DB9-59E5-9A46-935B-A60651D8FFCF}"/>
              </a:ext>
            </a:extLst>
          </p:cNvPr>
          <p:cNvSpPr/>
          <p:nvPr/>
        </p:nvSpPr>
        <p:spPr>
          <a:xfrm rot="16200000">
            <a:off x="11027328" y="3736761"/>
            <a:ext cx="1025272" cy="384077"/>
          </a:xfrm>
          <a:prstGeom prst="flowChartTermina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E27C6BF0-4D3C-3742-87DA-1ABA23E6A614}"/>
              </a:ext>
            </a:extLst>
          </p:cNvPr>
          <p:cNvSpPr txBox="1">
            <a:spLocks noChangeAspect="1"/>
          </p:cNvSpPr>
          <p:nvPr/>
        </p:nvSpPr>
        <p:spPr>
          <a:xfrm>
            <a:off x="11283661" y="4104194"/>
            <a:ext cx="34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00</a:t>
            </a: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727823D6-8454-254B-BBE7-088DA89F1223}"/>
              </a:ext>
            </a:extLst>
          </p:cNvPr>
          <p:cNvSpPr>
            <a:spLocks noChangeAspect="1"/>
          </p:cNvSpPr>
          <p:nvPr/>
        </p:nvSpPr>
        <p:spPr>
          <a:xfrm>
            <a:off x="9258942" y="697865"/>
            <a:ext cx="91440" cy="91440"/>
          </a:xfrm>
          <a:prstGeom prst="ellipse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F283E8BE-C123-EB42-B1D8-CA13EEE33ED8}"/>
              </a:ext>
            </a:extLst>
          </p:cNvPr>
          <p:cNvCxnSpPr>
            <a:cxnSpLocks noChangeAspect="1"/>
            <a:stCxn id="387" idx="4"/>
          </p:cNvCxnSpPr>
          <p:nvPr/>
        </p:nvCxnSpPr>
        <p:spPr>
          <a:xfrm>
            <a:off x="9304662" y="789305"/>
            <a:ext cx="0" cy="117611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2B2D6E80-6229-254F-8385-BF50AEB8DBC5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3616664"/>
            <a:ext cx="279114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8023627-D9AB-034A-A27C-5408678BE201}"/>
              </a:ext>
            </a:extLst>
          </p:cNvPr>
          <p:cNvCxnSpPr>
            <a:cxnSpLocks noChangeAspect="1"/>
          </p:cNvCxnSpPr>
          <p:nvPr/>
        </p:nvCxnSpPr>
        <p:spPr>
          <a:xfrm>
            <a:off x="11050849" y="1965418"/>
            <a:ext cx="0" cy="1650259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D3C6FC53-E698-6047-B200-0C182D6C98FE}"/>
              </a:ext>
            </a:extLst>
          </p:cNvPr>
          <p:cNvCxnSpPr>
            <a:cxnSpLocks noChangeAspect="1"/>
          </p:cNvCxnSpPr>
          <p:nvPr/>
        </p:nvCxnSpPr>
        <p:spPr>
          <a:xfrm>
            <a:off x="9294725" y="1966761"/>
            <a:ext cx="1756124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TextBox 397">
            <a:extLst>
              <a:ext uri="{FF2B5EF4-FFF2-40B4-BE49-F238E27FC236}">
                <a16:creationId xmlns:a16="http://schemas.microsoft.com/office/drawing/2014/main" id="{2DD8DD32-37A2-5445-932B-08110B245FB1}"/>
              </a:ext>
            </a:extLst>
          </p:cNvPr>
          <p:cNvSpPr txBox="1">
            <a:spLocks noChangeAspect="1"/>
          </p:cNvSpPr>
          <p:nvPr/>
        </p:nvSpPr>
        <p:spPr>
          <a:xfrm>
            <a:off x="9324396" y="1495865"/>
            <a:ext cx="830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NextPCSrc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4FC0EF2-C4C1-9C41-A990-16904D309766}"/>
              </a:ext>
            </a:extLst>
          </p:cNvPr>
          <p:cNvSpPr txBox="1">
            <a:spLocks noChangeAspect="1"/>
          </p:cNvSpPr>
          <p:nvPr/>
        </p:nvSpPr>
        <p:spPr>
          <a:xfrm>
            <a:off x="8238693" y="1996064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2B5DD264-D0BA-F948-AA31-9A06086B4E0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202807" y="2138994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BD832C4-321B-8941-A4BE-75D44ACCC1B7}"/>
              </a:ext>
            </a:extLst>
          </p:cNvPr>
          <p:cNvCxnSpPr>
            <a:cxnSpLocks noChangeAspect="1"/>
          </p:cNvCxnSpPr>
          <p:nvPr/>
        </p:nvCxnSpPr>
        <p:spPr>
          <a:xfrm>
            <a:off x="8811570" y="3674806"/>
            <a:ext cx="229862" cy="0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3D36E65-A38E-9F44-B46C-EF3D959AB973}"/>
              </a:ext>
            </a:extLst>
          </p:cNvPr>
          <p:cNvCxnSpPr>
            <a:cxnSpLocks noChangeAspect="1"/>
          </p:cNvCxnSpPr>
          <p:nvPr/>
        </p:nvCxnSpPr>
        <p:spPr>
          <a:xfrm>
            <a:off x="3536500" y="4192146"/>
            <a:ext cx="0" cy="1697675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6E19FF17-B7BA-EC45-83D7-52D6D2DBD477}"/>
              </a:ext>
            </a:extLst>
          </p:cNvPr>
          <p:cNvCxnSpPr>
            <a:cxnSpLocks noChangeAspect="1"/>
          </p:cNvCxnSpPr>
          <p:nvPr/>
        </p:nvCxnSpPr>
        <p:spPr>
          <a:xfrm>
            <a:off x="340233" y="5238526"/>
            <a:ext cx="356874" cy="0"/>
          </a:xfrm>
          <a:prstGeom prst="line">
            <a:avLst/>
          </a:prstGeom>
          <a:ln w="25400" cap="sq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04997CE6-6DCD-7846-9442-E8EDC7B7C0CA}"/>
              </a:ext>
            </a:extLst>
          </p:cNvPr>
          <p:cNvCxnSpPr>
            <a:cxnSpLocks/>
          </p:cNvCxnSpPr>
          <p:nvPr/>
        </p:nvCxnSpPr>
        <p:spPr>
          <a:xfrm>
            <a:off x="1260161" y="2309763"/>
            <a:ext cx="0" cy="1247898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325C4EB2-41D4-1344-A141-9EFD5B166B70}"/>
              </a:ext>
            </a:extLst>
          </p:cNvPr>
          <p:cNvSpPr txBox="1">
            <a:spLocks noChangeAspect="1"/>
          </p:cNvSpPr>
          <p:nvPr/>
        </p:nvSpPr>
        <p:spPr>
          <a:xfrm>
            <a:off x="8778171" y="507750"/>
            <a:ext cx="316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32</a:t>
            </a:r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297298A3-37A1-F54F-94E9-ACB051B516E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841239" y="70148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E9B7F745-6B0B-9941-A529-1786AF94D60F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99672" y="4347259"/>
            <a:ext cx="0" cy="41624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4B83AAF9-D8A5-EC4A-AA97-2C7FB0391E51}"/>
              </a:ext>
            </a:extLst>
          </p:cNvPr>
          <p:cNvSpPr txBox="1">
            <a:spLocks noChangeAspect="1"/>
          </p:cNvSpPr>
          <p:nvPr/>
        </p:nvSpPr>
        <p:spPr>
          <a:xfrm>
            <a:off x="8206669" y="47519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ALUOp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C2494A06-AD3A-4C41-BE31-797C231519B5}"/>
              </a:ext>
            </a:extLst>
          </p:cNvPr>
          <p:cNvSpPr txBox="1">
            <a:spLocks noChangeAspect="1"/>
          </p:cNvSpPr>
          <p:nvPr/>
        </p:nvSpPr>
        <p:spPr>
          <a:xfrm>
            <a:off x="8587901" y="4427270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82346356-AAE0-DF46-9B49-42D2C609D25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552015" y="4570200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9A03CBD-817D-3147-8393-F1A11930330F}"/>
              </a:ext>
            </a:extLst>
          </p:cNvPr>
          <p:cNvCxnSpPr>
            <a:cxnSpLocks noChangeAspect="1"/>
          </p:cNvCxnSpPr>
          <p:nvPr/>
        </p:nvCxnSpPr>
        <p:spPr>
          <a:xfrm>
            <a:off x="3539227" y="1451326"/>
            <a:ext cx="0" cy="273749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3901AE30-818D-D941-A54F-56AFE65EA7AA}"/>
              </a:ext>
            </a:extLst>
          </p:cNvPr>
          <p:cNvCxnSpPr>
            <a:cxnSpLocks/>
          </p:cNvCxnSpPr>
          <p:nvPr/>
        </p:nvCxnSpPr>
        <p:spPr>
          <a:xfrm>
            <a:off x="10383340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TextBox 365">
            <a:extLst>
              <a:ext uri="{FF2B5EF4-FFF2-40B4-BE49-F238E27FC236}">
                <a16:creationId xmlns:a16="http://schemas.microsoft.com/office/drawing/2014/main" id="{623341DD-F54D-EE49-B8B8-79A07D6FB12C}"/>
              </a:ext>
            </a:extLst>
          </p:cNvPr>
          <p:cNvSpPr txBox="1">
            <a:spLocks noChangeAspect="1"/>
          </p:cNvSpPr>
          <p:nvPr/>
        </p:nvSpPr>
        <p:spPr>
          <a:xfrm>
            <a:off x="9532780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DMWr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FAF90725-ECE6-C74D-83F4-9EA43751EA61}"/>
              </a:ext>
            </a:extLst>
          </p:cNvPr>
          <p:cNvCxnSpPr>
            <a:cxnSpLocks noChangeAspect="1"/>
          </p:cNvCxnSpPr>
          <p:nvPr/>
        </p:nvCxnSpPr>
        <p:spPr>
          <a:xfrm>
            <a:off x="9965252" y="2451172"/>
            <a:ext cx="0" cy="324000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F89AD8A9-11B1-3F48-B9AB-C5C84CF616FB}"/>
              </a:ext>
            </a:extLst>
          </p:cNvPr>
          <p:cNvSpPr txBox="1">
            <a:spLocks noChangeAspect="1"/>
          </p:cNvSpPr>
          <p:nvPr/>
        </p:nvSpPr>
        <p:spPr>
          <a:xfrm>
            <a:off x="10011539" y="2196203"/>
            <a:ext cx="786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DMCtrl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F5ACC32E-B742-BC49-BD57-CD0A90944A13}"/>
              </a:ext>
            </a:extLst>
          </p:cNvPr>
          <p:cNvSpPr txBox="1">
            <a:spLocks noChangeAspect="1"/>
          </p:cNvSpPr>
          <p:nvPr/>
        </p:nvSpPr>
        <p:spPr>
          <a:xfrm>
            <a:off x="10379312" y="2365132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108B86A2-3B43-494B-B7A9-D01CD03630AC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0343426" y="2508062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C7CDE1A-9F88-974C-A104-72688E0922CF}"/>
              </a:ext>
            </a:extLst>
          </p:cNvPr>
          <p:cNvCxnSpPr>
            <a:cxnSpLocks/>
          </p:cNvCxnSpPr>
          <p:nvPr/>
        </p:nvCxnSpPr>
        <p:spPr>
          <a:xfrm>
            <a:off x="6785683" y="4049609"/>
            <a:ext cx="540000" cy="0"/>
          </a:xfrm>
          <a:prstGeom prst="line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70BA30E-C7D2-6C49-94D2-1DEF561F0907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48337" y="4454896"/>
            <a:ext cx="0" cy="337083"/>
          </a:xfrm>
          <a:prstGeom prst="line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5B11B83A-79FF-6048-A76B-D992B47AFCB0}"/>
              </a:ext>
            </a:extLst>
          </p:cNvPr>
          <p:cNvSpPr txBox="1">
            <a:spLocks noChangeAspect="1"/>
          </p:cNvSpPr>
          <p:nvPr/>
        </p:nvSpPr>
        <p:spPr>
          <a:xfrm>
            <a:off x="10797088" y="4757136"/>
            <a:ext cx="1226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RUDataWrSrc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A864772-40A0-454A-A545-4D340751CB4D}"/>
              </a:ext>
            </a:extLst>
          </p:cNvPr>
          <p:cNvSpPr txBox="1">
            <a:spLocks noChangeAspect="1"/>
          </p:cNvSpPr>
          <p:nvPr/>
        </p:nvSpPr>
        <p:spPr>
          <a:xfrm>
            <a:off x="11539003" y="4507347"/>
            <a:ext cx="25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541B8812-9F7D-594A-9280-A029238998A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1503117" y="4650277"/>
            <a:ext cx="88270" cy="88270"/>
          </a:xfrm>
          <a:prstGeom prst="line">
            <a:avLst/>
          </a:prstGeom>
          <a:ln w="1270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D4B6A818-CFEE-684A-802C-AB7D63A6F4E5}"/>
              </a:ext>
            </a:extLst>
          </p:cNvPr>
          <p:cNvCxnSpPr>
            <a:cxnSpLocks noChangeAspect="1"/>
          </p:cNvCxnSpPr>
          <p:nvPr/>
        </p:nvCxnSpPr>
        <p:spPr>
          <a:xfrm>
            <a:off x="9048563" y="1085850"/>
            <a:ext cx="0" cy="2591823"/>
          </a:xfrm>
          <a:prstGeom prst="line">
            <a:avLst/>
          </a:prstGeom>
          <a:ln w="25400" cap="sq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458004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4|31.2|95.5|123.6|99.4|190|3.1|54.9|89|14.5|89.8|33.1|43.4|45.3|22.3|43.5|149.8|5.5|107.8|50|68|32.9|231.9|89.9|31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25445</TotalTime>
  <Words>8071</Words>
  <Application>Microsoft Macintosh PowerPoint</Application>
  <PresentationFormat>Widescreen</PresentationFormat>
  <Paragraphs>5315</Paragraphs>
  <Slides>63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Calibri Light</vt:lpstr>
      <vt:lpstr>Cambria Math</vt:lpstr>
      <vt:lpstr>Courier</vt:lpstr>
      <vt:lpstr>Office Theme</vt:lpstr>
      <vt:lpstr>Arquitectura de Computadores Clase: Camino de Datos Monociclo</vt:lpstr>
      <vt:lpstr>De alto nivel a bajo nivel y máquina</vt:lpstr>
      <vt:lpstr>De alto nivel a bajo nivel y máquina</vt:lpstr>
      <vt:lpstr>Instrucciones RISC-V</vt:lpstr>
      <vt:lpstr>Instrucciones RV32I</vt:lpstr>
      <vt:lpstr>Instrucciones Tipo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Síntesis de Moléculas Antivirales Generadas por Algoritmos de Inteligencia Artificial</dc:title>
  <dc:creator>Jose Jaramillo</dc:creator>
  <cp:lastModifiedBy>Jose Jaramillo Villegas</cp:lastModifiedBy>
  <cp:revision>221</cp:revision>
  <dcterms:created xsi:type="dcterms:W3CDTF">2020-04-19T16:17:30Z</dcterms:created>
  <dcterms:modified xsi:type="dcterms:W3CDTF">2023-05-23T23:43:50Z</dcterms:modified>
</cp:coreProperties>
</file>